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2.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b43e8bde48044d1b" /><Relationship Type="http://schemas.openxmlformats.org/officeDocument/2006/relationships/extended-properties" Target="/docProps/app.xml" Id="Rab2194dcc0b1498f" /><Relationship Type="http://schemas.openxmlformats.org/officeDocument/2006/relationships/officeDocument" Target="/ppt/presentation.xml" Id="Ref1a2a699af84ac0" /></Relationships>
</file>

<file path=ppt/presentation.xml><?xml version="1.0" encoding="utf-8"?>
<p:presentation xmlns:p="http://schemas.openxmlformats.org/presentationml/2006/main">
  <p:sldMasterIdLst>
    <p:sldMasterId xmlns:r="http://schemas.openxmlformats.org/officeDocument/2006/relationships" id="2147483648" r:id="Rb88d7de956314477"/>
  </p:sldMasterIdLst>
  <p:notesMasterIdLst>
    <p:notesMasterId xmlns:r="http://schemas.openxmlformats.org/officeDocument/2006/relationships" r:id="R34926de6a3b146a1"/>
  </p:notesMasterIdLst>
  <p:sldIdLst>
    <p:sldId xmlns:r="http://schemas.openxmlformats.org/officeDocument/2006/relationships" id="256" r:id="R21600c7566794f3f"/>
    <p:sldId xmlns:r="http://schemas.openxmlformats.org/officeDocument/2006/relationships" id="257" r:id="R47d711efe4d74c8f"/>
    <p:sldId xmlns:r="http://schemas.openxmlformats.org/officeDocument/2006/relationships" id="258" r:id="Rbc639796d0004941"/>
    <p:sldId xmlns:r="http://schemas.openxmlformats.org/officeDocument/2006/relationships" id="259" r:id="Rb66d121e843d4d62"/>
    <p:sldId xmlns:r="http://schemas.openxmlformats.org/officeDocument/2006/relationships" id="260" r:id="R437b69ce25fc4798"/>
    <p:sldId xmlns:r="http://schemas.openxmlformats.org/officeDocument/2006/relationships" id="261" r:id="R187803fa019147fc"/>
    <p:sldId xmlns:r="http://schemas.openxmlformats.org/officeDocument/2006/relationships" id="262" r:id="R646bc017432b400c"/>
    <p:sldId xmlns:r="http://schemas.openxmlformats.org/officeDocument/2006/relationships" id="263" r:id="R9de7cafab3f24486"/>
    <p:sldId xmlns:r="http://schemas.openxmlformats.org/officeDocument/2006/relationships" id="264" r:id="Rc543a61081c047a6"/>
    <p:sldId xmlns:r="http://schemas.openxmlformats.org/officeDocument/2006/relationships" id="265" r:id="R7a1490c837f74e79"/>
    <p:sldId xmlns:r="http://schemas.openxmlformats.org/officeDocument/2006/relationships" id="266" r:id="Rb141558da67240b9"/>
    <p:sldId xmlns:r="http://schemas.openxmlformats.org/officeDocument/2006/relationships" id="267" r:id="R6bd314830fa14b4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cacb6b77b9e4460" /><Relationship Type="http://schemas.openxmlformats.org/officeDocument/2006/relationships/slideMaster" Target="/ppt/slideMasters/slideMaster1.xml" Id="Rb88d7de956314477" /><Relationship Type="http://schemas.openxmlformats.org/officeDocument/2006/relationships/notesMaster" Target="/ppt/notesMasters/notesMaster1.xml" Id="R34926de6a3b146a1" /><Relationship Type="http://schemas.openxmlformats.org/officeDocument/2006/relationships/presProps" Target="/ppt/presProps.xml" Id="R848c572d909d4560" /><Relationship Type="http://schemas.openxmlformats.org/officeDocument/2006/relationships/tableStyles" Target="/ppt/tableStyles.xml" Id="Rd2a4bd49e6e246b5" /><Relationship Type="http://schemas.openxmlformats.org/officeDocument/2006/relationships/slide" Target="/ppt/slides/slide1.xml" Id="R21600c7566794f3f" /><Relationship Type="http://schemas.openxmlformats.org/officeDocument/2006/relationships/slide" Target="/ppt/slides/slide2.xml" Id="R47d711efe4d74c8f" /><Relationship Type="http://schemas.openxmlformats.org/officeDocument/2006/relationships/slide" Target="/ppt/slides/slide3.xml" Id="Rbc639796d0004941" /><Relationship Type="http://schemas.openxmlformats.org/officeDocument/2006/relationships/slide" Target="/ppt/slides/slide4.xml" Id="Rb66d121e843d4d62" /><Relationship Type="http://schemas.openxmlformats.org/officeDocument/2006/relationships/slide" Target="/ppt/slides/slide5.xml" Id="R437b69ce25fc4798" /><Relationship Type="http://schemas.openxmlformats.org/officeDocument/2006/relationships/slide" Target="/ppt/slides/slide6.xml" Id="R187803fa019147fc" /><Relationship Type="http://schemas.openxmlformats.org/officeDocument/2006/relationships/slide" Target="/ppt/slides/slide7.xml" Id="R646bc017432b400c" /><Relationship Type="http://schemas.openxmlformats.org/officeDocument/2006/relationships/slide" Target="/ppt/slides/slide8.xml" Id="R9de7cafab3f24486" /><Relationship Type="http://schemas.openxmlformats.org/officeDocument/2006/relationships/slide" Target="/ppt/slides/slide9.xml" Id="Rc543a61081c047a6" /><Relationship Type="http://schemas.openxmlformats.org/officeDocument/2006/relationships/slide" Target="/ppt/slides/slide10.xml" Id="R7a1490c837f74e79" /><Relationship Type="http://schemas.openxmlformats.org/officeDocument/2006/relationships/slide" Target="/ppt/slides/slide11.xml" Id="Rb141558da67240b9" /><Relationship Type="http://schemas.openxmlformats.org/officeDocument/2006/relationships/slide" Target="/ppt/slides/slide12.xml" Id="R6bd314830fa14b4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8b480e2b4704ca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621b15d58674a2c" /><Relationship Type="http://schemas.openxmlformats.org/officeDocument/2006/relationships/notesMaster" Target="/ppt/notesMasters/notesMaster1.xml" Id="R09a41c1fd9be4839" /></Relationships>
</file>

<file path=ppt/notesSlides/_rels/notesSlide2.xml.rels>&#65279;<?xml version="1.0" encoding="utf-8"?><Relationships xmlns="http://schemas.openxmlformats.org/package/2006/relationships"><Relationship Type="http://schemas.openxmlformats.org/officeDocument/2006/relationships/slide" Target="/ppt/slides/slide2.xml" Id="R30d7740317c04f1f" /><Relationship Type="http://schemas.openxmlformats.org/officeDocument/2006/relationships/notesMaster" Target="/ppt/notesMasters/notesMaster1.xml" Id="Rab52968de55147e5" /></Relationships>
</file>

<file path=ppt/notesSlides/_rels/notesSlide3.xml.rels>&#65279;<?xml version="1.0" encoding="utf-8"?><Relationships xmlns="http://schemas.openxmlformats.org/package/2006/relationships"><Relationship Type="http://schemas.openxmlformats.org/officeDocument/2006/relationships/slide" Target="/ppt/slides/slide3.xml" Id="Rc6dea5e7faf24ddd" /><Relationship Type="http://schemas.openxmlformats.org/officeDocument/2006/relationships/notesMaster" Target="/ppt/notesMasters/notesMaster1.xml" Id="R2fc819ce1d054528" /></Relationships>
</file>

<file path=ppt/notesSlides/_rels/notesSlide4.xml.rels>&#65279;<?xml version="1.0" encoding="utf-8"?><Relationships xmlns="http://schemas.openxmlformats.org/package/2006/relationships"><Relationship Type="http://schemas.openxmlformats.org/officeDocument/2006/relationships/slide" Target="/ppt/slides/slide4.xml" Id="R27a8b46f580543e8" /><Relationship Type="http://schemas.openxmlformats.org/officeDocument/2006/relationships/notesMaster" Target="/ppt/notesMasters/notesMaster1.xml" Id="R45fa3d6e08954aa6" /></Relationships>
</file>

<file path=ppt/notesSlides/_rels/notesSlide5.xml.rels>&#65279;<?xml version="1.0" encoding="utf-8"?><Relationships xmlns="http://schemas.openxmlformats.org/package/2006/relationships"><Relationship Type="http://schemas.openxmlformats.org/officeDocument/2006/relationships/slide" Target="/ppt/slides/slide5.xml" Id="Rf66afa5150014eea" /><Relationship Type="http://schemas.openxmlformats.org/officeDocument/2006/relationships/notesMaster" Target="/ppt/notesMasters/notesMaster1.xml" Id="R0a82f10cdff44b44" /></Relationships>
</file>

<file path=ppt/notesSlides/_rels/notesSlide6.xml.rels>&#65279;<?xml version="1.0" encoding="utf-8"?><Relationships xmlns="http://schemas.openxmlformats.org/package/2006/relationships"><Relationship Type="http://schemas.openxmlformats.org/officeDocument/2006/relationships/slide" Target="/ppt/slides/slide6.xml" Id="R88318731247441ab" /><Relationship Type="http://schemas.openxmlformats.org/officeDocument/2006/relationships/notesMaster" Target="/ppt/notesMasters/notesMaster1.xml" Id="R95e0ef92301e41bf" /></Relationships>
</file>

<file path=ppt/notesSlides/_rels/notesSlide7.xml.rels>&#65279;<?xml version="1.0" encoding="utf-8"?><Relationships xmlns="http://schemas.openxmlformats.org/package/2006/relationships"><Relationship Type="http://schemas.openxmlformats.org/officeDocument/2006/relationships/slide" Target="/ppt/slides/slide7.xml" Id="Re4cee5ba650e449e" /><Relationship Type="http://schemas.openxmlformats.org/officeDocument/2006/relationships/notesMaster" Target="/ppt/notesMasters/notesMaster1.xml" Id="R37942230a3c34d20" /></Relationships>
</file>

<file path=ppt/notesSlides/_rels/notesSlide8.xml.rels>&#65279;<?xml version="1.0" encoding="utf-8"?><Relationships xmlns="http://schemas.openxmlformats.org/package/2006/relationships"><Relationship Type="http://schemas.openxmlformats.org/officeDocument/2006/relationships/slide" Target="/ppt/slides/slide8.xml" Id="R378ef0870a084f6a" /><Relationship Type="http://schemas.openxmlformats.org/officeDocument/2006/relationships/notesMaster" Target="/ppt/notesMasters/notesMaster1.xml" Id="R317cfc82b70949ca" /></Relationships>
</file>

<file path=ppt/notesSlides/_rels/notesSlide9.xml.rels>&#65279;<?xml version="1.0" encoding="utf-8"?><Relationships xmlns="http://schemas.openxmlformats.org/package/2006/relationships"><Relationship Type="http://schemas.openxmlformats.org/officeDocument/2006/relationships/slide" Target="/ppt/slides/slide9.xml" Id="R1e918bb3468647ac" /><Relationship Type="http://schemas.openxmlformats.org/officeDocument/2006/relationships/notesMaster" Target="/ppt/notesMasters/notesMaster1.xml" Id="R56ac6a078bf44f7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550605a6308482e" /><Relationship Type="http://schemas.openxmlformats.org/officeDocument/2006/relationships/notesMaster" Target="/ppt/notesMasters/notesMaster1.xml" Id="R4fd497d15d4b4ba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5333e5a01624bf3" /><Relationship Type="http://schemas.openxmlformats.org/officeDocument/2006/relationships/notesMaster" Target="/ppt/notesMasters/notesMaster1.xml" Id="Re77865994852416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a31a8be716c403d" /><Relationship Type="http://schemas.openxmlformats.org/officeDocument/2006/relationships/notesMaster" Target="/ppt/notesMasters/notesMaster1.xml" Id="R9662f6f4f2a24e9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code includes a Snowflake loader and dbt project. The local tests and DuckDB graph have run. A live Snowflake account run is still pending; do not describe this as a verified cloud deployment.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Snowflake DDL occurs before the ingestion transaction. Run the whole ingestion/build/publish job serially. References: https://docs.snowflake.com/en/developer-guide/python-connector/python-connector-example and https://docs.snowflake.com/en/sql-reference/transactions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data-contract semantics await supplier validation. Day 2 actually omits the pilot-warning column. Tests check all 102 existing Day 2 IDs and 3,197 new IDs.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supplied file counts were recomputed locally. Final update count does not mean all existing attributes changed.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candidate-created manifest proves input identity, not supplier completeness. Observed deletes are 0.177%. The loader mutex serializes loaders; the entire deployment job still requires external serialization. Schema swap exchanges grants: https://docs.snowflake.com/en/sql-reference/sql/alter-schema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Record-level issues retain the raw value, field and source batch. Combined precipitation flags preserve rain/fog/snow without multiplying facts.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Counts measure reported incidents, not risk per flight. Airport operations and a verified airport crosswalk are required before exposure adjustment. Source: supplied Final.csv.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Growth is 116.0%, uneven across years. The supplied data cannot establish causation or independently verify complete population coverage.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Canada goose and deer have different frequency and impact profiles. The dataset includes non-bird wildlife. AUD output needs an agreed conversion rate, date and source; no rate has been invented.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Static parser validation does not validate permissions or runtime behaviour. ALTER SCHEMA SWAP is checked against Snowflake documentation but requires live execution. Tests mock connector orchestration for rollback and DDL ordering.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 external source has been imported. Operations must match numerator scope; avoid repeating denominators on incident rows. NOAA coverage and event timestamps require checks.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README.md documents local browser or key-pair authentication. Bootstrap needs suitable privileges. verify_snowflake.py records account query IDs and result checks. Full Snowflake/dbt conceptual answers are in the report and docs/TECHNICAL_ANSWERS.md.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c850bb8341845c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334ae98db31409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852ea2b562f41d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87d28309031498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ac62bfa3e6545d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300a94846d2445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95E2CED-17A3-4DBA-BF25-6240187A3B5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982F745-1BDC-497F-982C-1094A1C61BB8}"/>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5A50AF3-3B90-4D30-92FF-E6CB3DBE408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E0BD5A4-A62A-4193-9343-53B4901CECE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2F9D252-E3B2-4DD9-827F-E640D651CEA8}"/>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089D49E-0898-4B2A-9FB7-DCFC40DDB92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94866FD-7EA1-4E80-AAE4-F3FFC910858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DD333FF-24BD-4EE0-A021-88B8CDE456D3}"/>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4637BCA-2AC3-4CAA-9A04-C0A348E00E1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CD44512-E4C4-4BE1-B928-B1602D53687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0c8303594a64e04" /><Relationship Type="http://schemas.openxmlformats.org/officeDocument/2006/relationships/slideLayout" Target="/ppt/slideLayouts/slideLayout1.xml" Id="Ra24a65086f96409c" /><Relationship Type="http://schemas.openxmlformats.org/officeDocument/2006/relationships/slideLayout" Target="/ppt/slideLayouts/slideLayout2.xml" Id="R9f76f7a790ba490b" /><Relationship Type="http://schemas.openxmlformats.org/officeDocument/2006/relationships/slideLayout" Target="/ppt/slideLayouts/slideLayout3.xml" Id="Re97ec73a69f14c81" /><Relationship Type="http://schemas.openxmlformats.org/officeDocument/2006/relationships/slideLayout" Target="/ppt/slideLayouts/slideLayout4.xml" Id="R6b464f617cf14e66" /><Relationship Type="http://schemas.openxmlformats.org/officeDocument/2006/relationships/slideLayout" Target="/ppt/slideLayouts/slideLayout5.xml" Id="R01f723839e024e59" /><Relationship Type="http://schemas.openxmlformats.org/officeDocument/2006/relationships/slideLayout" Target="/ppt/slideLayouts/slideLayout6.xml" Id="R05422c627ea84e6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24a65086f96409c"/>
    <p:sldLayoutId xmlns:r="http://schemas.openxmlformats.org/officeDocument/2006/relationships" id="2147483650" r:id="R9f76f7a790ba490b"/>
    <p:sldLayoutId xmlns:r="http://schemas.openxmlformats.org/officeDocument/2006/relationships" id="2147483651" r:id="Re97ec73a69f14c81"/>
    <p:sldLayoutId xmlns:r="http://schemas.openxmlformats.org/officeDocument/2006/relationships" id="2147483652" r:id="R6b464f617cf14e66"/>
    <p:sldLayoutId xmlns:r="http://schemas.openxmlformats.org/officeDocument/2006/relationships" id="2147483653" r:id="R01f723839e024e59"/>
    <p:sldLayoutId xmlns:r="http://schemas.openxmlformats.org/officeDocument/2006/relationships" id="2147483654" r:id="R05422c627ea84e6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7bc9c5f377e41dc" /><Relationship Type="http://schemas.openxmlformats.org/officeDocument/2006/relationships/notesSlide" Target="/ppt/notesSlides/notesSlide1.xml" Id="Rb41b87a07d8649e7"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87d7422ef784fe9" /><Relationship Type="http://schemas.openxmlformats.org/officeDocument/2006/relationships/notesSlide" Target="/ppt/notesSlides/notesSlide2.xml" Id="R90d9c91d345643e3"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db47ff70cb74f53" /><Relationship Type="http://schemas.openxmlformats.org/officeDocument/2006/relationships/notesSlide" Target="/ppt/notesSlides/notesSlide3.xml" Id="Rba4224b0665549c2"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6d890bd3a3240e6" /><Relationship Type="http://schemas.openxmlformats.org/officeDocument/2006/relationships/notesSlide" Target="/ppt/notesSlides/notesSlide4.xml" Id="R1206b15db2844d4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5738383a34aa41f9" /><Relationship Type="http://schemas.openxmlformats.org/officeDocument/2006/relationships/notesSlide" Target="/ppt/notesSlides/notesSlide5.xml" Id="R053e6dd865dd4130"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f2ab2a84597a447e" /><Relationship Type="http://schemas.openxmlformats.org/officeDocument/2006/relationships/notesSlide" Target="/ppt/notesSlides/notesSlide6.xml" Id="R77c8b87111f9424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aa843d74148c45f0" /><Relationship Type="http://schemas.openxmlformats.org/officeDocument/2006/relationships/chart" Target="/ppt/slides/charts/chart1.xml" Id="R2a01576968084ef2" /><Relationship Type="http://schemas.openxmlformats.org/officeDocument/2006/relationships/notesSlide" Target="/ppt/notesSlides/notesSlide7.xml" Id="R4528591b888444f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1002e6f10088435c" /><Relationship Type="http://schemas.openxmlformats.org/officeDocument/2006/relationships/chart" Target="/ppt/slides/charts/chart2.xml" Id="Rbe3b0d656a8d4501" /><Relationship Type="http://schemas.openxmlformats.org/officeDocument/2006/relationships/notesSlide" Target="/ppt/notesSlides/notesSlide8.xml" Id="R18abcf7c380e41e6"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cb012a35fda74be6" /><Relationship Type="http://schemas.openxmlformats.org/officeDocument/2006/relationships/notesSlide" Target="/ppt/notesSlides/notesSlide9.xml" Id="R6847c2054d5b407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5592efc868cc402f" /><Relationship Type="http://schemas.openxmlformats.org/officeDocument/2006/relationships/notesSlide" Target="/ppt/notesSlides/notesSlide10.xml" Id="Ref6061e3ca574d8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8d92fbe3b31849d5" /><Relationship Type="http://schemas.openxmlformats.org/officeDocument/2006/relationships/notesSlide" Target="/ppt/notesSlides/notesSlide11.xml" Id="R0d51e4a10ee742e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79fd95c1eb004e63" /><Relationship Type="http://schemas.openxmlformats.org/officeDocument/2006/relationships/notesSlide" Target="/ppt/notesSlides/notesSlide12.xml" Id="Rb448058ea8634abe"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col"/>
        <c:varyColors val="0"/>
        <c:ser>
          <c:idx val="0"/>
          <c:order val="0"/>
          <c:tx>
            <c:v>Reported incidents</c:v>
          </c:tx>
          <c:spPr>
            <a:solidFill xmlns:a="http://schemas.openxmlformats.org/drawingml/2006/main">
              <a:srgbClr val="176B87"/>
            </a:solidFill>
          </c:spPr>
          <c:invertIfNegative val="0"/>
          <c:cat>
            <c:strRef>
              <c:f>'Chart Data'!$A$2:$A$4</c:f>
              <c:strCache>
                <c:ptCount val="3"/>
                <c:pt idx="0">
                  <c:v>Dallas/Fort Worth</c:v>
                </c:pt>
                <c:pt idx="1">
                  <c:v>Sacramento</c:v>
                </c:pt>
                <c:pt idx="2">
                  <c:v>Salt Lake City</c:v>
                </c:pt>
              </c:strCache>
            </c:strRef>
          </c:cat>
          <c:val>
            <c:numRef>
              <c:f>'Chart Data'!$B$2:$B$4</c:f>
              <c:numCache>
                <c:formatCode>General</c:formatCode>
                <c:ptCount val="3"/>
                <c:pt idx="0">
                  <c:v>803</c:v>
                </c:pt>
                <c:pt idx="1">
                  <c:v>674</c:v>
                </c:pt>
                <c:pt idx="2">
                  <c:v>478</c:v>
                </c:pt>
              </c:numCache>
            </c:numRef>
          </c:val>
        </c:ser>
        <c:dLbls>
          <c:txPr>
            <a:bodyPr xmlns:a="http://schemas.openxmlformats.org/drawingml/2006/main" anchorCtr="1"/>
            <a:lstStyle xmlns:a="http://schemas.openxmlformats.org/drawingml/2006/main"/>
            <a:p xmlns:a="http://schemas.openxmlformats.org/drawingml/2006/main">
              <a:pPr>
                <a:defRPr sz="1500">
                  <a:latin typeface="Calibri"/>
                  <a:ea typeface="Calibri"/>
                  <a:cs typeface="Calibri"/>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66666"/>
                </a:solidFill>
                <a:latin typeface="Calibri"/>
                <a:ea typeface="Calibri"/>
                <a:cs typeface="Calibri"/>
              </a:defRPr>
            </a:pPr>
          </a:p>
        </c:txPr>
        <c:crossAx val="48672768"/>
      </c:catAx>
      <c:valAx>
        <c:axId val="48672768"/>
        <c:scaling>
          <c:orientation val="minMax"/>
        </c:scaling>
        <c:delete val="0"/>
        <c:axPos val="l"/>
        <c:majorGridlines>
          <c:spPr>
            <a:ln xmlns:a="http://schemas.openxmlformats.org/drawingml/2006/main" w="9525">
              <a:solidFill>
                <a:srgbClr val="E2E8ED"/>
              </a:solidFill>
              <a:prstDash val="solid"/>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66666"/>
                </a:solidFill>
                <a:latin typeface="Calibri"/>
                <a:ea typeface="Calibri"/>
                <a:cs typeface="Calibri"/>
              </a:defRPr>
            </a:pPr>
          </a:p>
        </c:txPr>
        <c:crossAx val="48650112"/>
        <c:crossBetween val="between"/>
      </c:valAx>
    </c:plotArea>
    <c:plotVisOnly val="1"/>
  </c:chart>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lineChart>
        <c:grouping val="standard"/>
        <c:varyColors val="0"/>
        <c:ser>
          <c:idx val="0"/>
          <c:order val="0"/>
          <c:tx>
            <c:v>Incidents</c:v>
          </c:tx>
          <c:spPr>
            <a:solidFill xmlns:a="http://schemas.openxmlformats.org/drawingml/2006/main">
              <a:srgbClr val="176B87"/>
            </a:solidFill>
          </c:spPr>
          <c:marker>
            <c:symbol val="none"/>
          </c:marker>
          <c:cat>
            <c:numRef>
              <c:f>'Chart Data'!$A$2:$A$13</c:f>
              <c:numCache>
                <c:formatCode>General</c:formatCode>
                <c:ptCount val="12"/>
                <c:pt idx="0">
                  <c:v>2000</c:v>
                </c:pt>
                <c:pt idx="1">
                  <c:v>2001</c:v>
                </c:pt>
                <c:pt idx="2">
                  <c:v>2002</c:v>
                </c:pt>
                <c:pt idx="3">
                  <c:v>2003</c:v>
                </c:pt>
                <c:pt idx="4">
                  <c:v>2004</c:v>
                </c:pt>
                <c:pt idx="5">
                  <c:v>2005</c:v>
                </c:pt>
                <c:pt idx="6">
                  <c:v>2006</c:v>
                </c:pt>
                <c:pt idx="7">
                  <c:v>2007</c:v>
                </c:pt>
                <c:pt idx="8">
                  <c:v>2008</c:v>
                </c:pt>
                <c:pt idx="9">
                  <c:v>2009</c:v>
                </c:pt>
                <c:pt idx="10">
                  <c:v>2010</c:v>
                </c:pt>
                <c:pt idx="11">
                  <c:v>2011</c:v>
                </c:pt>
              </c:numCache>
            </c:numRef>
          </c:cat>
          <c:val>
            <c:numRef>
              <c:f>'Chart Data'!$B$2:$B$13</c:f>
              <c:numCache>
                <c:formatCode>General</c:formatCode>
                <c:ptCount val="12"/>
                <c:pt idx="0">
                  <c:v>1367</c:v>
                </c:pt>
                <c:pt idx="1">
                  <c:v>1230</c:v>
                </c:pt>
                <c:pt idx="2">
                  <c:v>1681</c:v>
                </c:pt>
                <c:pt idx="3">
                  <c:v>1568</c:v>
                </c:pt>
                <c:pt idx="4">
                  <c:v>1692</c:v>
                </c:pt>
                <c:pt idx="5">
                  <c:v>1853</c:v>
                </c:pt>
                <c:pt idx="6">
                  <c:v>2159</c:v>
                </c:pt>
                <c:pt idx="7">
                  <c:v>2301</c:v>
                </c:pt>
                <c:pt idx="8">
                  <c:v>2258</c:v>
                </c:pt>
                <c:pt idx="9">
                  <c:v>3247</c:v>
                </c:pt>
                <c:pt idx="10">
                  <c:v>3081</c:v>
                </c:pt>
                <c:pt idx="11">
                  <c:v>2952</c:v>
                </c:pt>
              </c:numCache>
            </c:numRef>
          </c:val>
          <c:smooth val="0"/>
        </c:ser>
        <c:dLbls>
          <c:txPr>
            <a:bodyPr xmlns:a="http://schemas.openxmlformats.org/drawingml/2006/main" anchorCtr="1"/>
            <a:lstStyle xmlns:a="http://schemas.openxmlformats.org/drawingml/2006/main"/>
            <a:p xmlns:a="http://schemas.openxmlformats.org/drawingml/2006/main">
              <a:pPr>
                <a:defRPr sz="1500">
                  <a:latin typeface="Calibri"/>
                  <a:ea typeface="Calibri"/>
                  <a:cs typeface="Calibri"/>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66666"/>
                </a:solidFill>
                <a:latin typeface="Calibri"/>
                <a:ea typeface="Calibri"/>
                <a:cs typeface="Calibri"/>
              </a:defRPr>
            </a:pPr>
          </a:p>
        </c:txPr>
        <c:crossAx val="48672768"/>
      </c:catAx>
      <c:valAx>
        <c:axId val="48672768"/>
        <c:scaling>
          <c:orientation val="minMax"/>
        </c:scaling>
        <c:delete val="0"/>
        <c:axPos val="l"/>
        <c:majorGridlines>
          <c:spPr>
            <a:ln xmlns:a="http://schemas.openxmlformats.org/drawingml/2006/main" w="9525">
              <a:solidFill>
                <a:srgbClr val="E2E8ED"/>
              </a:solidFill>
              <a:prstDash val="solid"/>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66666"/>
                </a:solidFill>
                <a:latin typeface="Calibri"/>
                <a:ea typeface="Calibri"/>
                <a:cs typeface="Calibri"/>
              </a:defRPr>
            </a:pPr>
          </a:p>
        </c:txPr>
        <c:crossAx val="48650112"/>
        <c:crossBetween val="between"/>
      </c:valAx>
    </c:plotArea>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EB992FB-5ACD-4761-A08B-347A8B91CF4A}"/>
              </a:ext>
            </a:extLst>
          </p:cNvPr>
          <p:cNvSpPr>
            <a:spLocks xmlns:a="http://schemas.openxmlformats.org/drawingml/2006/main" noGrp="1"/>
          </p:cNvSpPr>
          <p:nvPr/>
        </p:nvSpPr>
        <p:spPr>
          <a:xfrm xmlns:a="http://schemas.openxmlformats.org/drawingml/2006/main">
            <a:off x="609600" y="457200"/>
            <a:ext cx="109728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225" b="1">
                <a:solidFill>
                  <a:srgbClr val="153C4D"/>
                </a:solidFill>
                <a:latin typeface="Calibri"/>
                <a:ea typeface="Calibri"/>
                <a:cs typeface="Calibri"/>
              </a:defRPr>
            </a:defPPr>
            <a:lvl1pPr>
              <a:defRPr sz="3225" b="1">
                <a:solidFill>
                  <a:srgbClr val="153C4D"/>
                </a:solidFill>
                <a:latin typeface="Calibri"/>
                <a:ea typeface="Calibri"/>
                <a:cs typeface="Calibri"/>
              </a:defRPr>
            </a:lvl1pPr>
            <a:lvl2pPr>
              <a:defRPr sz="3225" b="1">
                <a:solidFill>
                  <a:srgbClr val="153C4D"/>
                </a:solidFill>
                <a:latin typeface="Calibri"/>
                <a:ea typeface="Calibri"/>
                <a:cs typeface="Calibri"/>
              </a:defRPr>
            </a:lvl2pPr>
            <a:lvl3pPr>
              <a:defRPr sz="3225" b="1">
                <a:solidFill>
                  <a:srgbClr val="153C4D"/>
                </a:solidFill>
                <a:latin typeface="Calibri"/>
                <a:ea typeface="Calibri"/>
                <a:cs typeface="Calibri"/>
              </a:defRPr>
            </a:lvl3pPr>
            <a:lvl4pPr>
              <a:defRPr sz="3225" b="1">
                <a:solidFill>
                  <a:srgbClr val="153C4D"/>
                </a:solidFill>
                <a:latin typeface="Calibri"/>
                <a:ea typeface="Calibri"/>
                <a:cs typeface="Calibri"/>
              </a:defRPr>
            </a:lvl4pPr>
            <a:lvl5pPr>
              <a:defRPr sz="3225" b="1">
                <a:solidFill>
                  <a:srgbClr val="153C4D"/>
                </a:solidFill>
                <a:latin typeface="Calibri"/>
                <a:ea typeface="Calibri"/>
                <a:cs typeface="Calibri"/>
              </a:defRPr>
            </a:lvl5pPr>
            <a:lvl6pPr>
              <a:defRPr sz="3225" b="1">
                <a:solidFill>
                  <a:srgbClr val="153C4D"/>
                </a:solidFill>
                <a:latin typeface="Calibri"/>
                <a:ea typeface="Calibri"/>
                <a:cs typeface="Calibri"/>
              </a:defRPr>
            </a:lvl6pPr>
            <a:lvl7pPr>
              <a:defRPr sz="3225" b="1">
                <a:solidFill>
                  <a:srgbClr val="153C4D"/>
                </a:solidFill>
                <a:latin typeface="Calibri"/>
                <a:ea typeface="Calibri"/>
                <a:cs typeface="Calibri"/>
              </a:defRPr>
            </a:lvl7pPr>
            <a:lvl8pPr>
              <a:defRPr sz="3225" b="1">
                <a:solidFill>
                  <a:srgbClr val="153C4D"/>
                </a:solidFill>
                <a:latin typeface="Calibri"/>
                <a:ea typeface="Calibri"/>
                <a:cs typeface="Calibri"/>
              </a:defRPr>
            </a:lvl8pPr>
            <a:lvl9pPr>
              <a:defRPr sz="3225" b="1">
                <a:solidFill>
                  <a:srgbClr val="153C4D"/>
                </a:solidFill>
                <a:latin typeface="Calibri"/>
                <a:ea typeface="Calibri"/>
                <a:cs typeface="Calibri"/>
              </a:defRPr>
            </a:lvl9pPr>
          </a:lstStyle>
          <a:p xmlns:a="http://schemas.openxmlformats.org/drawingml/2006/main">
            <a:pPr>
              <a:defRPr sz="3225" b="1">
                <a:solidFill>
                  <a:srgbClr val="153C4D"/>
                </a:solidFill>
                <a:latin typeface="Calibri"/>
                <a:ea typeface="Calibri"/>
                <a:cs typeface="Calibri"/>
              </a:defRPr>
            </a:pPr>
            <a:r>
              <a:rPr sz="3225" b="1">
                <a:solidFill>
                  <a:srgbClr val="153C4D"/>
                </a:solidFill>
                <a:latin typeface="Calibri"/>
                <a:ea typeface="Calibri"/>
                <a:cs typeface="Calibri"/>
              </a:rPr>
              <a:t>Bird strikes data engineering</a:t>
            </a:r>
          </a:p>
        </p:txBody>
      </p:sp>
      <p:sp>
        <p:nvSpPr>
          <p:cNvPr id="2" name="">
            <a:extLst xmlns:a="http://schemas.openxmlformats.org/drawingml/2006/main">
              <a:ext uri="{FF2B5EF4-FFF2-40B4-BE49-F238E27FC236}">
                <a16:creationId xmlns:a16="http://schemas.microsoft.com/office/drawing/2014/main" id="{F36F62F4-0FD8-4856-AE59-E7B41063DB78}"/>
              </a:ext>
            </a:extLst>
          </p:cNvPr>
          <p:cNvSpPr>
            <a:spLocks xmlns:a="http://schemas.openxmlformats.org/drawingml/2006/main" noGrp="1"/>
          </p:cNvSpPr>
          <p:nvPr/>
        </p:nvSpPr>
        <p:spPr>
          <a:xfrm xmlns:a="http://schemas.openxmlformats.org/drawingml/2006/main">
            <a:off x="609600" y="1323975"/>
            <a:ext cx="109728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0">
                <a:solidFill>
                  <a:srgbClr val="465866"/>
                </a:solidFill>
                <a:latin typeface="Calibri"/>
                <a:ea typeface="Calibri"/>
                <a:cs typeface="Calibri"/>
              </a:defRPr>
            </a:defPPr>
            <a:lvl1pPr>
              <a:defRPr sz="1725" b="0">
                <a:solidFill>
                  <a:srgbClr val="465866"/>
                </a:solidFill>
                <a:latin typeface="Calibri"/>
                <a:ea typeface="Calibri"/>
                <a:cs typeface="Calibri"/>
              </a:defRPr>
            </a:lvl1pPr>
            <a:lvl2pPr>
              <a:defRPr sz="1725" b="0">
                <a:solidFill>
                  <a:srgbClr val="465866"/>
                </a:solidFill>
                <a:latin typeface="Calibri"/>
                <a:ea typeface="Calibri"/>
                <a:cs typeface="Calibri"/>
              </a:defRPr>
            </a:lvl2pPr>
            <a:lvl3pPr>
              <a:defRPr sz="1725" b="0">
                <a:solidFill>
                  <a:srgbClr val="465866"/>
                </a:solidFill>
                <a:latin typeface="Calibri"/>
                <a:ea typeface="Calibri"/>
                <a:cs typeface="Calibri"/>
              </a:defRPr>
            </a:lvl3pPr>
            <a:lvl4pPr>
              <a:defRPr sz="1725" b="0">
                <a:solidFill>
                  <a:srgbClr val="465866"/>
                </a:solidFill>
                <a:latin typeface="Calibri"/>
                <a:ea typeface="Calibri"/>
                <a:cs typeface="Calibri"/>
              </a:defRPr>
            </a:lvl4pPr>
            <a:lvl5pPr>
              <a:defRPr sz="1725" b="0">
                <a:solidFill>
                  <a:srgbClr val="465866"/>
                </a:solidFill>
                <a:latin typeface="Calibri"/>
                <a:ea typeface="Calibri"/>
                <a:cs typeface="Calibri"/>
              </a:defRPr>
            </a:lvl5pPr>
            <a:lvl6pPr>
              <a:defRPr sz="1725" b="0">
                <a:solidFill>
                  <a:srgbClr val="465866"/>
                </a:solidFill>
                <a:latin typeface="Calibri"/>
                <a:ea typeface="Calibri"/>
                <a:cs typeface="Calibri"/>
              </a:defRPr>
            </a:lvl6pPr>
            <a:lvl7pPr>
              <a:defRPr sz="1725" b="0">
                <a:solidFill>
                  <a:srgbClr val="465866"/>
                </a:solidFill>
                <a:latin typeface="Calibri"/>
                <a:ea typeface="Calibri"/>
                <a:cs typeface="Calibri"/>
              </a:defRPr>
            </a:lvl7pPr>
            <a:lvl8pPr>
              <a:defRPr sz="1725" b="0">
                <a:solidFill>
                  <a:srgbClr val="465866"/>
                </a:solidFill>
                <a:latin typeface="Calibri"/>
                <a:ea typeface="Calibri"/>
                <a:cs typeface="Calibri"/>
              </a:defRPr>
            </a:lvl8pPr>
            <a:lvl9pPr>
              <a:defRPr sz="1725" b="0">
                <a:solidFill>
                  <a:srgbClr val="465866"/>
                </a:solidFill>
                <a:latin typeface="Calibri"/>
                <a:ea typeface="Calibri"/>
                <a:cs typeface="Calibri"/>
              </a:defRPr>
            </a:lvl9pPr>
          </a:lstStyle>
          <a:p xmlns:a="http://schemas.openxmlformats.org/drawingml/2006/main">
            <a:pPr>
              <a:defRPr sz="1725" b="0">
                <a:solidFill>
                  <a:srgbClr val="465866"/>
                </a:solidFill>
                <a:latin typeface="Calibri"/>
                <a:ea typeface="Calibri"/>
                <a:cs typeface="Calibri"/>
              </a:defRPr>
            </a:pPr>
            <a:r>
              <a:rPr sz="1725" b="0">
                <a:solidFill>
                  <a:srgbClr val="465866"/>
                </a:solidFill>
                <a:latin typeface="Calibri"/>
                <a:ea typeface="Calibri"/>
                <a:cs typeface="Calibri"/>
              </a:rPr>
              <a:t>Snowflake ingestion and dbt reporting</a:t>
            </a:r>
          </a:p>
        </p:txBody>
      </p:sp>
      <p:sp>
        <p:nvSpPr>
          <p:cNvPr id="3" name="">
            <a:extLst xmlns:a="http://schemas.openxmlformats.org/drawingml/2006/main">
              <a:ext uri="{FF2B5EF4-FFF2-40B4-BE49-F238E27FC236}">
                <a16:creationId xmlns:a16="http://schemas.microsoft.com/office/drawing/2014/main" id="{D67CBEE1-B64B-415F-AD96-F56834050BC9}"/>
              </a:ext>
            </a:extLst>
          </p:cNvPr>
          <p:cNvSpPr>
            <a:spLocks xmlns:a="http://schemas.openxmlformats.org/drawingml/2006/main" noGrp="1"/>
          </p:cNvSpPr>
          <p:nvPr/>
        </p:nvSpPr>
        <p:spPr>
          <a:xfrm xmlns:a="http://schemas.openxmlformats.org/drawingml/2006/main">
            <a:off x="609600" y="6400800"/>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465866"/>
                </a:solidFill>
                <a:latin typeface="Calibri"/>
                <a:ea typeface="Calibri"/>
                <a:cs typeface="Calibri"/>
              </a:defRPr>
            </a:defPPr>
            <a:lvl1pPr>
              <a:defRPr sz="1125" b="0">
                <a:solidFill>
                  <a:srgbClr val="465866"/>
                </a:solidFill>
                <a:latin typeface="Calibri"/>
                <a:ea typeface="Calibri"/>
                <a:cs typeface="Calibri"/>
              </a:defRPr>
            </a:lvl1pPr>
            <a:lvl2pPr>
              <a:defRPr sz="1125" b="0">
                <a:solidFill>
                  <a:srgbClr val="465866"/>
                </a:solidFill>
                <a:latin typeface="Calibri"/>
                <a:ea typeface="Calibri"/>
                <a:cs typeface="Calibri"/>
              </a:defRPr>
            </a:lvl2pPr>
            <a:lvl3pPr>
              <a:defRPr sz="1125" b="0">
                <a:solidFill>
                  <a:srgbClr val="465866"/>
                </a:solidFill>
                <a:latin typeface="Calibri"/>
                <a:ea typeface="Calibri"/>
                <a:cs typeface="Calibri"/>
              </a:defRPr>
            </a:lvl3pPr>
            <a:lvl4pPr>
              <a:defRPr sz="1125" b="0">
                <a:solidFill>
                  <a:srgbClr val="465866"/>
                </a:solidFill>
                <a:latin typeface="Calibri"/>
                <a:ea typeface="Calibri"/>
                <a:cs typeface="Calibri"/>
              </a:defRPr>
            </a:lvl4pPr>
            <a:lvl5pPr>
              <a:defRPr sz="1125" b="0">
                <a:solidFill>
                  <a:srgbClr val="465866"/>
                </a:solidFill>
                <a:latin typeface="Calibri"/>
                <a:ea typeface="Calibri"/>
                <a:cs typeface="Calibri"/>
              </a:defRPr>
            </a:lvl5pPr>
            <a:lvl6pPr>
              <a:defRPr sz="1125" b="0">
                <a:solidFill>
                  <a:srgbClr val="465866"/>
                </a:solidFill>
                <a:latin typeface="Calibri"/>
                <a:ea typeface="Calibri"/>
                <a:cs typeface="Calibri"/>
              </a:defRPr>
            </a:lvl6pPr>
            <a:lvl7pPr>
              <a:defRPr sz="1125" b="0">
                <a:solidFill>
                  <a:srgbClr val="465866"/>
                </a:solidFill>
                <a:latin typeface="Calibri"/>
                <a:ea typeface="Calibri"/>
                <a:cs typeface="Calibri"/>
              </a:defRPr>
            </a:lvl7pPr>
            <a:lvl8pPr>
              <a:defRPr sz="1125" b="0">
                <a:solidFill>
                  <a:srgbClr val="465866"/>
                </a:solidFill>
                <a:latin typeface="Calibri"/>
                <a:ea typeface="Calibri"/>
                <a:cs typeface="Calibri"/>
              </a:defRPr>
            </a:lvl8pPr>
            <a:lvl9pPr>
              <a:defRPr sz="1125" b="0">
                <a:solidFill>
                  <a:srgbClr val="465866"/>
                </a:solidFill>
                <a:latin typeface="Calibri"/>
                <a:ea typeface="Calibri"/>
                <a:cs typeface="Calibri"/>
              </a:defRPr>
            </a:lvl9pPr>
          </a:lstStyle>
          <a:p xmlns:a="http://schemas.openxmlformats.org/drawingml/2006/main">
            <a:pPr>
              <a:defRPr sz="1125" b="0">
                <a:solidFill>
                  <a:srgbClr val="465866"/>
                </a:solidFill>
                <a:latin typeface="Calibri"/>
                <a:ea typeface="Calibri"/>
                <a:cs typeface="Calibri"/>
              </a:defRPr>
            </a:pPr>
            <a:r>
              <a:rPr sz="1125" b="0">
                <a:solidFill>
                  <a:srgbClr val="465866"/>
                </a:solidFill>
                <a:latin typeface="Calibri"/>
                <a:ea typeface="Calibri"/>
                <a:cs typeface="Calibri"/>
              </a:rPr>
              <a:t>SAROJ BHANDARI   /   BIRD STRIKES ASSESSMENT</a:t>
            </a:r>
          </a:p>
        </p:txBody>
      </p:sp>
      <p:sp>
        <p:nvSpPr>
          <p:cNvPr id="4" name="">
            <a:extLst xmlns:a="http://schemas.openxmlformats.org/drawingml/2006/main">
              <a:ext uri="{FF2B5EF4-FFF2-40B4-BE49-F238E27FC236}">
                <a16:creationId xmlns:a16="http://schemas.microsoft.com/office/drawing/2014/main" id="{63A95DA5-3663-4757-BAEB-42E7D5734C1C}"/>
              </a:ext>
            </a:extLst>
          </p:cNvPr>
          <p:cNvSpPr>
            <a:spLocks xmlns:a="http://schemas.openxmlformats.org/drawingml/2006/main" noGrp="1"/>
          </p:cNvSpPr>
          <p:nvPr/>
        </p:nvSpPr>
        <p:spPr>
          <a:xfrm xmlns:a="http://schemas.openxmlformats.org/drawingml/2006/main">
            <a:off x="11334750" y="64008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465866"/>
                </a:solidFill>
                <a:latin typeface="Calibri"/>
                <a:ea typeface="Calibri"/>
                <a:cs typeface="Calibri"/>
              </a:defRPr>
            </a:defPPr>
            <a:lvl1pPr>
              <a:defRPr sz="1125" b="0">
                <a:solidFill>
                  <a:srgbClr val="465866"/>
                </a:solidFill>
                <a:latin typeface="Calibri"/>
                <a:ea typeface="Calibri"/>
                <a:cs typeface="Calibri"/>
              </a:defRPr>
            </a:lvl1pPr>
            <a:lvl2pPr>
              <a:defRPr sz="1125" b="0">
                <a:solidFill>
                  <a:srgbClr val="465866"/>
                </a:solidFill>
                <a:latin typeface="Calibri"/>
                <a:ea typeface="Calibri"/>
                <a:cs typeface="Calibri"/>
              </a:defRPr>
            </a:lvl2pPr>
            <a:lvl3pPr>
              <a:defRPr sz="1125" b="0">
                <a:solidFill>
                  <a:srgbClr val="465866"/>
                </a:solidFill>
                <a:latin typeface="Calibri"/>
                <a:ea typeface="Calibri"/>
                <a:cs typeface="Calibri"/>
              </a:defRPr>
            </a:lvl3pPr>
            <a:lvl4pPr>
              <a:defRPr sz="1125" b="0">
                <a:solidFill>
                  <a:srgbClr val="465866"/>
                </a:solidFill>
                <a:latin typeface="Calibri"/>
                <a:ea typeface="Calibri"/>
                <a:cs typeface="Calibri"/>
              </a:defRPr>
            </a:lvl4pPr>
            <a:lvl5pPr>
              <a:defRPr sz="1125" b="0">
                <a:solidFill>
                  <a:srgbClr val="465866"/>
                </a:solidFill>
                <a:latin typeface="Calibri"/>
                <a:ea typeface="Calibri"/>
                <a:cs typeface="Calibri"/>
              </a:defRPr>
            </a:lvl5pPr>
            <a:lvl6pPr>
              <a:defRPr sz="1125" b="0">
                <a:solidFill>
                  <a:srgbClr val="465866"/>
                </a:solidFill>
                <a:latin typeface="Calibri"/>
                <a:ea typeface="Calibri"/>
                <a:cs typeface="Calibri"/>
              </a:defRPr>
            </a:lvl6pPr>
            <a:lvl7pPr>
              <a:defRPr sz="1125" b="0">
                <a:solidFill>
                  <a:srgbClr val="465866"/>
                </a:solidFill>
                <a:latin typeface="Calibri"/>
                <a:ea typeface="Calibri"/>
                <a:cs typeface="Calibri"/>
              </a:defRPr>
            </a:lvl7pPr>
            <a:lvl8pPr>
              <a:defRPr sz="1125" b="0">
                <a:solidFill>
                  <a:srgbClr val="465866"/>
                </a:solidFill>
                <a:latin typeface="Calibri"/>
                <a:ea typeface="Calibri"/>
                <a:cs typeface="Calibri"/>
              </a:defRPr>
            </a:lvl8pPr>
            <a:lvl9pPr>
              <a:defRPr sz="1125" b="0">
                <a:solidFill>
                  <a:srgbClr val="465866"/>
                </a:solidFill>
                <a:latin typeface="Calibri"/>
                <a:ea typeface="Calibri"/>
                <a:cs typeface="Calibri"/>
              </a:defRPr>
            </a:lvl9pPr>
          </a:lstStyle>
          <a:p xmlns:a="http://schemas.openxmlformats.org/drawingml/2006/main">
            <a:pPr>
              <a:defRPr sz="1125" b="0">
                <a:solidFill>
                  <a:srgbClr val="465866"/>
                </a:solidFill>
                <a:latin typeface="Calibri"/>
                <a:ea typeface="Calibri"/>
                <a:cs typeface="Calibri"/>
              </a:defRPr>
            </a:pPr>
            <a:r>
              <a:rPr sz="1125" b="0">
                <a:solidFill>
                  <a:srgbClr val="465866"/>
                </a:solidFill>
                <a:latin typeface="Calibri"/>
                <a:ea typeface="Calibri"/>
                <a:cs typeface="Calibri"/>
              </a:rPr>
              <a:t>1</a:t>
            </a:r>
          </a:p>
        </p:txBody>
      </p:sp>
      <p:sp>
        <p:nvSpPr>
          <p:cNvPr id="5" name="">
            <a:extLst xmlns:a="http://schemas.openxmlformats.org/drawingml/2006/main">
              <a:ext uri="{FF2B5EF4-FFF2-40B4-BE49-F238E27FC236}">
                <a16:creationId xmlns:a16="http://schemas.microsoft.com/office/drawing/2014/main" id="{A0CE9D7E-0AE5-4ED9-A2E1-B1CA0EE46458}"/>
              </a:ext>
            </a:extLst>
          </p:cNvPr>
          <p:cNvSpPr>
            <a:spLocks xmlns:a="http://schemas.openxmlformats.org/drawingml/2006/main" noGrp="1"/>
          </p:cNvSpPr>
          <p:nvPr/>
        </p:nvSpPr>
        <p:spPr>
          <a:xfrm xmlns:a="http://schemas.openxmlformats.org/drawingml/2006/main">
            <a:off x="723900" y="2333625"/>
            <a:ext cx="10477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5700" b="1">
                <a:solidFill>
                  <a:srgbClr val="176B87"/>
                </a:solidFill>
                <a:latin typeface="Calibri"/>
                <a:ea typeface="Calibri"/>
                <a:cs typeface="Calibri"/>
              </a:defRPr>
            </a:defPPr>
            <a:lvl1pPr>
              <a:defRPr sz="5700" b="1">
                <a:solidFill>
                  <a:srgbClr val="176B87"/>
                </a:solidFill>
                <a:latin typeface="Calibri"/>
                <a:ea typeface="Calibri"/>
                <a:cs typeface="Calibri"/>
              </a:defRPr>
            </a:lvl1pPr>
            <a:lvl2pPr>
              <a:defRPr sz="5700" b="1">
                <a:solidFill>
                  <a:srgbClr val="176B87"/>
                </a:solidFill>
                <a:latin typeface="Calibri"/>
                <a:ea typeface="Calibri"/>
                <a:cs typeface="Calibri"/>
              </a:defRPr>
            </a:lvl2pPr>
            <a:lvl3pPr>
              <a:defRPr sz="5700" b="1">
                <a:solidFill>
                  <a:srgbClr val="176B87"/>
                </a:solidFill>
                <a:latin typeface="Calibri"/>
                <a:ea typeface="Calibri"/>
                <a:cs typeface="Calibri"/>
              </a:defRPr>
            </a:lvl3pPr>
            <a:lvl4pPr>
              <a:defRPr sz="5700" b="1">
                <a:solidFill>
                  <a:srgbClr val="176B87"/>
                </a:solidFill>
                <a:latin typeface="Calibri"/>
                <a:ea typeface="Calibri"/>
                <a:cs typeface="Calibri"/>
              </a:defRPr>
            </a:lvl4pPr>
            <a:lvl5pPr>
              <a:defRPr sz="5700" b="1">
                <a:solidFill>
                  <a:srgbClr val="176B87"/>
                </a:solidFill>
                <a:latin typeface="Calibri"/>
                <a:ea typeface="Calibri"/>
                <a:cs typeface="Calibri"/>
              </a:defRPr>
            </a:lvl5pPr>
            <a:lvl6pPr>
              <a:defRPr sz="5700" b="1">
                <a:solidFill>
                  <a:srgbClr val="176B87"/>
                </a:solidFill>
                <a:latin typeface="Calibri"/>
                <a:ea typeface="Calibri"/>
                <a:cs typeface="Calibri"/>
              </a:defRPr>
            </a:lvl6pPr>
            <a:lvl7pPr>
              <a:defRPr sz="5700" b="1">
                <a:solidFill>
                  <a:srgbClr val="176B87"/>
                </a:solidFill>
                <a:latin typeface="Calibri"/>
                <a:ea typeface="Calibri"/>
                <a:cs typeface="Calibri"/>
              </a:defRPr>
            </a:lvl7pPr>
            <a:lvl8pPr>
              <a:defRPr sz="5700" b="1">
                <a:solidFill>
                  <a:srgbClr val="176B87"/>
                </a:solidFill>
                <a:latin typeface="Calibri"/>
                <a:ea typeface="Calibri"/>
                <a:cs typeface="Calibri"/>
              </a:defRPr>
            </a:lvl8pPr>
            <a:lvl9pPr>
              <a:defRPr sz="5700" b="1">
                <a:solidFill>
                  <a:srgbClr val="176B87"/>
                </a:solidFill>
                <a:latin typeface="Calibri"/>
                <a:ea typeface="Calibri"/>
                <a:cs typeface="Calibri"/>
              </a:defRPr>
            </a:lvl9pPr>
          </a:lstStyle>
          <a:p xmlns:a="http://schemas.openxmlformats.org/drawingml/2006/main">
            <a:pPr>
              <a:defRPr sz="5700" b="1">
                <a:solidFill>
                  <a:srgbClr val="176B87"/>
                </a:solidFill>
                <a:latin typeface="Calibri"/>
                <a:ea typeface="Calibri"/>
                <a:cs typeface="Calibri"/>
              </a:defRPr>
            </a:pPr>
            <a:r>
              <a:rPr sz="5700" b="1">
                <a:solidFill>
                  <a:srgbClr val="176B87"/>
                </a:solidFill>
                <a:latin typeface="Calibri"/>
                <a:ea typeface="Calibri"/>
                <a:cs typeface="Calibri"/>
              </a:rPr>
              <a:t>25,518</a:t>
            </a:r>
          </a:p>
        </p:txBody>
      </p:sp>
      <p:sp>
        <p:nvSpPr>
          <p:cNvPr id="6" name="">
            <a:extLst xmlns:a="http://schemas.openxmlformats.org/drawingml/2006/main">
              <a:ext uri="{FF2B5EF4-FFF2-40B4-BE49-F238E27FC236}">
                <a16:creationId xmlns:a16="http://schemas.microsoft.com/office/drawing/2014/main" id="{76435199-A810-4439-856B-2FC9FC36FD97}"/>
              </a:ext>
            </a:extLst>
          </p:cNvPr>
          <p:cNvSpPr>
            <a:spLocks xmlns:a="http://schemas.openxmlformats.org/drawingml/2006/main" noGrp="1"/>
          </p:cNvSpPr>
          <p:nvPr/>
        </p:nvSpPr>
        <p:spPr>
          <a:xfrm xmlns:a="http://schemas.openxmlformats.org/drawingml/2006/main">
            <a:off x="723900" y="342900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0">
                <a:solidFill>
                  <a:srgbClr val="153C4D"/>
                </a:solidFill>
                <a:latin typeface="Calibri"/>
                <a:ea typeface="Calibri"/>
                <a:cs typeface="Calibri"/>
              </a:defRPr>
            </a:defPPr>
            <a:lvl1pPr>
              <a:defRPr sz="2325" b="0">
                <a:solidFill>
                  <a:srgbClr val="153C4D"/>
                </a:solidFill>
                <a:latin typeface="Calibri"/>
                <a:ea typeface="Calibri"/>
                <a:cs typeface="Calibri"/>
              </a:defRPr>
            </a:lvl1pPr>
            <a:lvl2pPr>
              <a:defRPr sz="2325" b="0">
                <a:solidFill>
                  <a:srgbClr val="153C4D"/>
                </a:solidFill>
                <a:latin typeface="Calibri"/>
                <a:ea typeface="Calibri"/>
                <a:cs typeface="Calibri"/>
              </a:defRPr>
            </a:lvl2pPr>
            <a:lvl3pPr>
              <a:defRPr sz="2325" b="0">
                <a:solidFill>
                  <a:srgbClr val="153C4D"/>
                </a:solidFill>
                <a:latin typeface="Calibri"/>
                <a:ea typeface="Calibri"/>
                <a:cs typeface="Calibri"/>
              </a:defRPr>
            </a:lvl3pPr>
            <a:lvl4pPr>
              <a:defRPr sz="2325" b="0">
                <a:solidFill>
                  <a:srgbClr val="153C4D"/>
                </a:solidFill>
                <a:latin typeface="Calibri"/>
                <a:ea typeface="Calibri"/>
                <a:cs typeface="Calibri"/>
              </a:defRPr>
            </a:lvl4pPr>
            <a:lvl5pPr>
              <a:defRPr sz="2325" b="0">
                <a:solidFill>
                  <a:srgbClr val="153C4D"/>
                </a:solidFill>
                <a:latin typeface="Calibri"/>
                <a:ea typeface="Calibri"/>
                <a:cs typeface="Calibri"/>
              </a:defRPr>
            </a:lvl5pPr>
            <a:lvl6pPr>
              <a:defRPr sz="2325" b="0">
                <a:solidFill>
                  <a:srgbClr val="153C4D"/>
                </a:solidFill>
                <a:latin typeface="Calibri"/>
                <a:ea typeface="Calibri"/>
                <a:cs typeface="Calibri"/>
              </a:defRPr>
            </a:lvl6pPr>
            <a:lvl7pPr>
              <a:defRPr sz="2325" b="0">
                <a:solidFill>
                  <a:srgbClr val="153C4D"/>
                </a:solidFill>
                <a:latin typeface="Calibri"/>
                <a:ea typeface="Calibri"/>
                <a:cs typeface="Calibri"/>
              </a:defRPr>
            </a:lvl7pPr>
            <a:lvl8pPr>
              <a:defRPr sz="2325" b="0">
                <a:solidFill>
                  <a:srgbClr val="153C4D"/>
                </a:solidFill>
                <a:latin typeface="Calibri"/>
                <a:ea typeface="Calibri"/>
                <a:cs typeface="Calibri"/>
              </a:defRPr>
            </a:lvl8pPr>
            <a:lvl9pPr>
              <a:defRPr sz="2325" b="0">
                <a:solidFill>
                  <a:srgbClr val="153C4D"/>
                </a:solidFill>
                <a:latin typeface="Calibri"/>
                <a:ea typeface="Calibri"/>
                <a:cs typeface="Calibri"/>
              </a:defRPr>
            </a:lvl9pPr>
          </a:lstStyle>
          <a:p xmlns:a="http://schemas.openxmlformats.org/drawingml/2006/main">
            <a:pPr>
              <a:defRPr sz="2325" b="0">
                <a:solidFill>
                  <a:srgbClr val="153C4D"/>
                </a:solidFill>
                <a:latin typeface="Calibri"/>
                <a:ea typeface="Calibri"/>
                <a:cs typeface="Calibri"/>
              </a:defRPr>
            </a:pPr>
            <a:r>
              <a:rPr sz="2325" b="0">
                <a:solidFill>
                  <a:srgbClr val="153C4D"/>
                </a:solidFill>
                <a:latin typeface="Calibri"/>
                <a:ea typeface="Calibri"/>
                <a:cs typeface="Calibri"/>
              </a:rPr>
              <a:t>current wildlife incidents after weekly reconciliation</a:t>
            </a:r>
          </a:p>
        </p:txBody>
      </p:sp>
      <p:sp>
        <p:nvSpPr>
          <p:cNvPr id="7" name="">
            <a:extLst xmlns:a="http://schemas.openxmlformats.org/drawingml/2006/main">
              <a:ext uri="{FF2B5EF4-FFF2-40B4-BE49-F238E27FC236}">
                <a16:creationId xmlns:a16="http://schemas.microsoft.com/office/drawing/2014/main" id="{15AB85C3-CFF8-41CC-BF23-BB3650632AD9}"/>
              </a:ext>
            </a:extLst>
          </p:cNvPr>
          <p:cNvSpPr>
            <a:spLocks xmlns:a="http://schemas.openxmlformats.org/drawingml/2006/main" noGrp="1"/>
          </p:cNvSpPr>
          <p:nvPr/>
        </p:nvSpPr>
        <p:spPr>
          <a:xfrm xmlns:a="http://schemas.openxmlformats.org/drawingml/2006/main">
            <a:off x="723900" y="4762500"/>
            <a:ext cx="95250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465866"/>
                </a:solidFill>
                <a:latin typeface="Calibri"/>
                <a:ea typeface="Calibri"/>
                <a:cs typeface="Calibri"/>
              </a:defRPr>
            </a:defPPr>
            <a:lvl1pPr>
              <a:defRPr sz="1800" b="0">
                <a:solidFill>
                  <a:srgbClr val="465866"/>
                </a:solidFill>
                <a:latin typeface="Calibri"/>
                <a:ea typeface="Calibri"/>
                <a:cs typeface="Calibri"/>
              </a:defRPr>
            </a:lvl1pPr>
            <a:lvl2pPr>
              <a:defRPr sz="1800" b="0">
                <a:solidFill>
                  <a:srgbClr val="465866"/>
                </a:solidFill>
                <a:latin typeface="Calibri"/>
                <a:ea typeface="Calibri"/>
                <a:cs typeface="Calibri"/>
              </a:defRPr>
            </a:lvl2pPr>
            <a:lvl3pPr>
              <a:defRPr sz="1800" b="0">
                <a:solidFill>
                  <a:srgbClr val="465866"/>
                </a:solidFill>
                <a:latin typeface="Calibri"/>
                <a:ea typeface="Calibri"/>
                <a:cs typeface="Calibri"/>
              </a:defRPr>
            </a:lvl3pPr>
            <a:lvl4pPr>
              <a:defRPr sz="1800" b="0">
                <a:solidFill>
                  <a:srgbClr val="465866"/>
                </a:solidFill>
                <a:latin typeface="Calibri"/>
                <a:ea typeface="Calibri"/>
                <a:cs typeface="Calibri"/>
              </a:defRPr>
            </a:lvl4pPr>
            <a:lvl5pPr>
              <a:defRPr sz="1800" b="0">
                <a:solidFill>
                  <a:srgbClr val="465866"/>
                </a:solidFill>
                <a:latin typeface="Calibri"/>
                <a:ea typeface="Calibri"/>
                <a:cs typeface="Calibri"/>
              </a:defRPr>
            </a:lvl5pPr>
            <a:lvl6pPr>
              <a:defRPr sz="1800" b="0">
                <a:solidFill>
                  <a:srgbClr val="465866"/>
                </a:solidFill>
                <a:latin typeface="Calibri"/>
                <a:ea typeface="Calibri"/>
                <a:cs typeface="Calibri"/>
              </a:defRPr>
            </a:lvl6pPr>
            <a:lvl7pPr>
              <a:defRPr sz="1800" b="0">
                <a:solidFill>
                  <a:srgbClr val="465866"/>
                </a:solidFill>
                <a:latin typeface="Calibri"/>
                <a:ea typeface="Calibri"/>
                <a:cs typeface="Calibri"/>
              </a:defRPr>
            </a:lvl7pPr>
            <a:lvl8pPr>
              <a:defRPr sz="1800" b="0">
                <a:solidFill>
                  <a:srgbClr val="465866"/>
                </a:solidFill>
                <a:latin typeface="Calibri"/>
                <a:ea typeface="Calibri"/>
                <a:cs typeface="Calibri"/>
              </a:defRPr>
            </a:lvl8pPr>
            <a:lvl9pPr>
              <a:defRPr sz="1800" b="0">
                <a:solidFill>
                  <a:srgbClr val="465866"/>
                </a:solidFill>
                <a:latin typeface="Calibri"/>
                <a:ea typeface="Calibri"/>
                <a:cs typeface="Calibri"/>
              </a:defRPr>
            </a:lvl9pPr>
          </a:lstStyle>
          <a:p xmlns:a="http://schemas.openxmlformats.org/drawingml/2006/main">
            <a:pPr>
              <a:defRPr sz="1800" b="0">
                <a:solidFill>
                  <a:srgbClr val="465866"/>
                </a:solidFill>
                <a:latin typeface="Calibri"/>
                <a:ea typeface="Calibri"/>
                <a:cs typeface="Calibri"/>
              </a:defRPr>
            </a:pPr>
            <a:r>
              <a:rPr sz="1800" b="0">
                <a:solidFill>
                  <a:srgbClr val="465866"/>
                </a:solidFill>
                <a:latin typeface="Calibri"/>
                <a:ea typeface="Calibri"/>
                <a:cs typeface="Calibri"/>
              </a:rPr>
              <a:t>Saroj Bhandari</a:t>
            </a:r>
          </a:p>
          <a:p xmlns:a="http://schemas.openxmlformats.org/drawingml/2006/main">
            <a:pPr>
              <a:defRPr sz="1800" b="0">
                <a:solidFill>
                  <a:srgbClr val="465866"/>
                </a:solidFill>
                <a:latin typeface="Calibri"/>
                <a:ea typeface="Calibri"/>
                <a:cs typeface="Calibri"/>
              </a:defRPr>
            </a:pPr>
            <a:r>
              <a:rPr sz="1800" b="0">
                <a:solidFill>
                  <a:srgbClr val="465866"/>
                </a:solidFill>
                <a:latin typeface="Calibri"/>
                <a:ea typeface="Calibri"/>
                <a:cs typeface="Calibri"/>
              </a:rPr>
              <a:t>26 October 2026</a:t>
            </a:r>
          </a:p>
        </p:txBody>
      </p:sp>
    </p:spTree>
    <p:extLst>
      <p:ext uri="{BB962C8B-B14F-4D97-AF65-F5344CB8AC3E}">
        <p14:creationId xmlns:p14="http://schemas.microsoft.com/office/powerpoint/2010/main" val="43806887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28A6702-3026-4A82-9CC8-3500DF7203A3}"/>
              </a:ext>
            </a:extLst>
          </p:cNvPr>
          <p:cNvSpPr>
            <a:spLocks xmlns:a="http://schemas.openxmlformats.org/drawingml/2006/main" noGrp="1"/>
          </p:cNvSpPr>
          <p:nvPr/>
        </p:nvSpPr>
        <p:spPr>
          <a:xfrm xmlns:a="http://schemas.openxmlformats.org/drawingml/2006/main">
            <a:off x="609600" y="457200"/>
            <a:ext cx="109728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225" b="1">
                <a:solidFill>
                  <a:srgbClr val="153C4D"/>
                </a:solidFill>
                <a:latin typeface="Calibri"/>
                <a:ea typeface="Calibri"/>
                <a:cs typeface="Calibri"/>
              </a:defRPr>
            </a:defPPr>
            <a:lvl1pPr>
              <a:defRPr sz="3225" b="1">
                <a:solidFill>
                  <a:srgbClr val="153C4D"/>
                </a:solidFill>
                <a:latin typeface="Calibri"/>
                <a:ea typeface="Calibri"/>
                <a:cs typeface="Calibri"/>
              </a:defRPr>
            </a:lvl1pPr>
            <a:lvl2pPr>
              <a:defRPr sz="3225" b="1">
                <a:solidFill>
                  <a:srgbClr val="153C4D"/>
                </a:solidFill>
                <a:latin typeface="Calibri"/>
                <a:ea typeface="Calibri"/>
                <a:cs typeface="Calibri"/>
              </a:defRPr>
            </a:lvl2pPr>
            <a:lvl3pPr>
              <a:defRPr sz="3225" b="1">
                <a:solidFill>
                  <a:srgbClr val="153C4D"/>
                </a:solidFill>
                <a:latin typeface="Calibri"/>
                <a:ea typeface="Calibri"/>
                <a:cs typeface="Calibri"/>
              </a:defRPr>
            </a:lvl3pPr>
            <a:lvl4pPr>
              <a:defRPr sz="3225" b="1">
                <a:solidFill>
                  <a:srgbClr val="153C4D"/>
                </a:solidFill>
                <a:latin typeface="Calibri"/>
                <a:ea typeface="Calibri"/>
                <a:cs typeface="Calibri"/>
              </a:defRPr>
            </a:lvl4pPr>
            <a:lvl5pPr>
              <a:defRPr sz="3225" b="1">
                <a:solidFill>
                  <a:srgbClr val="153C4D"/>
                </a:solidFill>
                <a:latin typeface="Calibri"/>
                <a:ea typeface="Calibri"/>
                <a:cs typeface="Calibri"/>
              </a:defRPr>
            </a:lvl5pPr>
            <a:lvl6pPr>
              <a:defRPr sz="3225" b="1">
                <a:solidFill>
                  <a:srgbClr val="153C4D"/>
                </a:solidFill>
                <a:latin typeface="Calibri"/>
                <a:ea typeface="Calibri"/>
                <a:cs typeface="Calibri"/>
              </a:defRPr>
            </a:lvl6pPr>
            <a:lvl7pPr>
              <a:defRPr sz="3225" b="1">
                <a:solidFill>
                  <a:srgbClr val="153C4D"/>
                </a:solidFill>
                <a:latin typeface="Calibri"/>
                <a:ea typeface="Calibri"/>
                <a:cs typeface="Calibri"/>
              </a:defRPr>
            </a:lvl7pPr>
            <a:lvl8pPr>
              <a:defRPr sz="3225" b="1">
                <a:solidFill>
                  <a:srgbClr val="153C4D"/>
                </a:solidFill>
                <a:latin typeface="Calibri"/>
                <a:ea typeface="Calibri"/>
                <a:cs typeface="Calibri"/>
              </a:defRPr>
            </a:lvl8pPr>
            <a:lvl9pPr>
              <a:defRPr sz="3225" b="1">
                <a:solidFill>
                  <a:srgbClr val="153C4D"/>
                </a:solidFill>
                <a:latin typeface="Calibri"/>
                <a:ea typeface="Calibri"/>
                <a:cs typeface="Calibri"/>
              </a:defRPr>
            </a:lvl9pPr>
          </a:lstStyle>
          <a:p xmlns:a="http://schemas.openxmlformats.org/drawingml/2006/main">
            <a:pPr>
              <a:defRPr sz="3225" b="1">
                <a:solidFill>
                  <a:srgbClr val="153C4D"/>
                </a:solidFill>
                <a:latin typeface="Calibri"/>
                <a:ea typeface="Calibri"/>
                <a:cs typeface="Calibri"/>
              </a:defRPr>
            </a:pPr>
            <a:r>
              <a:rPr sz="3225" b="1">
                <a:solidFill>
                  <a:srgbClr val="153C4D"/>
                </a:solidFill>
                <a:latin typeface="Calibri"/>
                <a:ea typeface="Calibri"/>
                <a:cs typeface="Calibri"/>
              </a:rPr>
              <a:t>Architecture</a:t>
            </a:r>
          </a:p>
        </p:txBody>
      </p:sp>
      <p:sp>
        <p:nvSpPr>
          <p:cNvPr id="2" name="">
            <a:extLst xmlns:a="http://schemas.openxmlformats.org/drawingml/2006/main">
              <a:ext uri="{FF2B5EF4-FFF2-40B4-BE49-F238E27FC236}">
                <a16:creationId xmlns:a16="http://schemas.microsoft.com/office/drawing/2014/main" id="{65A1EC2D-4730-4263-93E7-DB2B9CDD0564}"/>
              </a:ext>
            </a:extLst>
          </p:cNvPr>
          <p:cNvSpPr>
            <a:spLocks xmlns:a="http://schemas.openxmlformats.org/drawingml/2006/main" noGrp="1"/>
          </p:cNvSpPr>
          <p:nvPr/>
        </p:nvSpPr>
        <p:spPr>
          <a:xfrm xmlns:a="http://schemas.openxmlformats.org/drawingml/2006/main">
            <a:off x="609600" y="1323975"/>
            <a:ext cx="109728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0">
                <a:solidFill>
                  <a:srgbClr val="465866"/>
                </a:solidFill>
                <a:latin typeface="Calibri"/>
                <a:ea typeface="Calibri"/>
                <a:cs typeface="Calibri"/>
              </a:defRPr>
            </a:defPPr>
            <a:lvl1pPr>
              <a:defRPr sz="1725" b="0">
                <a:solidFill>
                  <a:srgbClr val="465866"/>
                </a:solidFill>
                <a:latin typeface="Calibri"/>
                <a:ea typeface="Calibri"/>
                <a:cs typeface="Calibri"/>
              </a:defRPr>
            </a:lvl1pPr>
            <a:lvl2pPr>
              <a:defRPr sz="1725" b="0">
                <a:solidFill>
                  <a:srgbClr val="465866"/>
                </a:solidFill>
                <a:latin typeface="Calibri"/>
                <a:ea typeface="Calibri"/>
                <a:cs typeface="Calibri"/>
              </a:defRPr>
            </a:lvl2pPr>
            <a:lvl3pPr>
              <a:defRPr sz="1725" b="0">
                <a:solidFill>
                  <a:srgbClr val="465866"/>
                </a:solidFill>
                <a:latin typeface="Calibri"/>
                <a:ea typeface="Calibri"/>
                <a:cs typeface="Calibri"/>
              </a:defRPr>
            </a:lvl3pPr>
            <a:lvl4pPr>
              <a:defRPr sz="1725" b="0">
                <a:solidFill>
                  <a:srgbClr val="465866"/>
                </a:solidFill>
                <a:latin typeface="Calibri"/>
                <a:ea typeface="Calibri"/>
                <a:cs typeface="Calibri"/>
              </a:defRPr>
            </a:lvl4pPr>
            <a:lvl5pPr>
              <a:defRPr sz="1725" b="0">
                <a:solidFill>
                  <a:srgbClr val="465866"/>
                </a:solidFill>
                <a:latin typeface="Calibri"/>
                <a:ea typeface="Calibri"/>
                <a:cs typeface="Calibri"/>
              </a:defRPr>
            </a:lvl5pPr>
            <a:lvl6pPr>
              <a:defRPr sz="1725" b="0">
                <a:solidFill>
                  <a:srgbClr val="465866"/>
                </a:solidFill>
                <a:latin typeface="Calibri"/>
                <a:ea typeface="Calibri"/>
                <a:cs typeface="Calibri"/>
              </a:defRPr>
            </a:lvl6pPr>
            <a:lvl7pPr>
              <a:defRPr sz="1725" b="0">
                <a:solidFill>
                  <a:srgbClr val="465866"/>
                </a:solidFill>
                <a:latin typeface="Calibri"/>
                <a:ea typeface="Calibri"/>
                <a:cs typeface="Calibri"/>
              </a:defRPr>
            </a:lvl7pPr>
            <a:lvl8pPr>
              <a:defRPr sz="1725" b="0">
                <a:solidFill>
                  <a:srgbClr val="465866"/>
                </a:solidFill>
                <a:latin typeface="Calibri"/>
                <a:ea typeface="Calibri"/>
                <a:cs typeface="Calibri"/>
              </a:defRPr>
            </a:lvl8pPr>
            <a:lvl9pPr>
              <a:defRPr sz="1725" b="0">
                <a:solidFill>
                  <a:srgbClr val="465866"/>
                </a:solidFill>
                <a:latin typeface="Calibri"/>
                <a:ea typeface="Calibri"/>
                <a:cs typeface="Calibri"/>
              </a:defRPr>
            </a:lvl9pPr>
          </a:lstStyle>
          <a:p xmlns:a="http://schemas.openxmlformats.org/drawingml/2006/main">
            <a:pPr>
              <a:defRPr sz="1725" b="0">
                <a:solidFill>
                  <a:srgbClr val="465866"/>
                </a:solidFill>
                <a:latin typeface="Calibri"/>
                <a:ea typeface="Calibri"/>
                <a:cs typeface="Calibri"/>
              </a:defRPr>
            </a:pPr>
            <a:r>
              <a:rPr sz="1725" b="0">
                <a:solidFill>
                  <a:srgbClr val="465866"/>
                </a:solidFill>
                <a:latin typeface="Calibri"/>
                <a:ea typeface="Calibri"/>
                <a:cs typeface="Calibri"/>
              </a:rPr>
              <a:t>Persistent state, explicit contracts and tested reporting tables</a:t>
            </a:r>
          </a:p>
        </p:txBody>
      </p:sp>
      <p:sp>
        <p:nvSpPr>
          <p:cNvPr id="3" name="">
            <a:extLst xmlns:a="http://schemas.openxmlformats.org/drawingml/2006/main">
              <a:ext uri="{FF2B5EF4-FFF2-40B4-BE49-F238E27FC236}">
                <a16:creationId xmlns:a16="http://schemas.microsoft.com/office/drawing/2014/main" id="{D2DC59A8-9D43-402B-9C0E-C04F826FDEDA}"/>
              </a:ext>
            </a:extLst>
          </p:cNvPr>
          <p:cNvSpPr>
            <a:spLocks xmlns:a="http://schemas.openxmlformats.org/drawingml/2006/main" noGrp="1"/>
          </p:cNvSpPr>
          <p:nvPr/>
        </p:nvSpPr>
        <p:spPr>
          <a:xfrm xmlns:a="http://schemas.openxmlformats.org/drawingml/2006/main">
            <a:off x="609600" y="6400800"/>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465866"/>
                </a:solidFill>
                <a:latin typeface="Calibri"/>
                <a:ea typeface="Calibri"/>
                <a:cs typeface="Calibri"/>
              </a:defRPr>
            </a:defPPr>
            <a:lvl1pPr>
              <a:defRPr sz="1125" b="0">
                <a:solidFill>
                  <a:srgbClr val="465866"/>
                </a:solidFill>
                <a:latin typeface="Calibri"/>
                <a:ea typeface="Calibri"/>
                <a:cs typeface="Calibri"/>
              </a:defRPr>
            </a:lvl1pPr>
            <a:lvl2pPr>
              <a:defRPr sz="1125" b="0">
                <a:solidFill>
                  <a:srgbClr val="465866"/>
                </a:solidFill>
                <a:latin typeface="Calibri"/>
                <a:ea typeface="Calibri"/>
                <a:cs typeface="Calibri"/>
              </a:defRPr>
            </a:lvl2pPr>
            <a:lvl3pPr>
              <a:defRPr sz="1125" b="0">
                <a:solidFill>
                  <a:srgbClr val="465866"/>
                </a:solidFill>
                <a:latin typeface="Calibri"/>
                <a:ea typeface="Calibri"/>
                <a:cs typeface="Calibri"/>
              </a:defRPr>
            </a:lvl3pPr>
            <a:lvl4pPr>
              <a:defRPr sz="1125" b="0">
                <a:solidFill>
                  <a:srgbClr val="465866"/>
                </a:solidFill>
                <a:latin typeface="Calibri"/>
                <a:ea typeface="Calibri"/>
                <a:cs typeface="Calibri"/>
              </a:defRPr>
            </a:lvl4pPr>
            <a:lvl5pPr>
              <a:defRPr sz="1125" b="0">
                <a:solidFill>
                  <a:srgbClr val="465866"/>
                </a:solidFill>
                <a:latin typeface="Calibri"/>
                <a:ea typeface="Calibri"/>
                <a:cs typeface="Calibri"/>
              </a:defRPr>
            </a:lvl5pPr>
            <a:lvl6pPr>
              <a:defRPr sz="1125" b="0">
                <a:solidFill>
                  <a:srgbClr val="465866"/>
                </a:solidFill>
                <a:latin typeface="Calibri"/>
                <a:ea typeface="Calibri"/>
                <a:cs typeface="Calibri"/>
              </a:defRPr>
            </a:lvl6pPr>
            <a:lvl7pPr>
              <a:defRPr sz="1125" b="0">
                <a:solidFill>
                  <a:srgbClr val="465866"/>
                </a:solidFill>
                <a:latin typeface="Calibri"/>
                <a:ea typeface="Calibri"/>
                <a:cs typeface="Calibri"/>
              </a:defRPr>
            </a:lvl7pPr>
            <a:lvl8pPr>
              <a:defRPr sz="1125" b="0">
                <a:solidFill>
                  <a:srgbClr val="465866"/>
                </a:solidFill>
                <a:latin typeface="Calibri"/>
                <a:ea typeface="Calibri"/>
                <a:cs typeface="Calibri"/>
              </a:defRPr>
            </a:lvl8pPr>
            <a:lvl9pPr>
              <a:defRPr sz="1125" b="0">
                <a:solidFill>
                  <a:srgbClr val="465866"/>
                </a:solidFill>
                <a:latin typeface="Calibri"/>
                <a:ea typeface="Calibri"/>
                <a:cs typeface="Calibri"/>
              </a:defRPr>
            </a:lvl9pPr>
          </a:lstStyle>
          <a:p xmlns:a="http://schemas.openxmlformats.org/drawingml/2006/main">
            <a:pPr>
              <a:defRPr sz="1125" b="0">
                <a:solidFill>
                  <a:srgbClr val="465866"/>
                </a:solidFill>
                <a:latin typeface="Calibri"/>
                <a:ea typeface="Calibri"/>
                <a:cs typeface="Calibri"/>
              </a:defRPr>
            </a:pPr>
            <a:r>
              <a:rPr sz="1125" b="0">
                <a:solidFill>
                  <a:srgbClr val="465866"/>
                </a:solidFill>
                <a:latin typeface="Calibri"/>
                <a:ea typeface="Calibri"/>
                <a:cs typeface="Calibri"/>
              </a:rPr>
              <a:t>SAROJ BHANDARI   /   BIRD STRIKES ASSESSMENT</a:t>
            </a:r>
          </a:p>
        </p:txBody>
      </p:sp>
      <p:sp>
        <p:nvSpPr>
          <p:cNvPr id="4" name="">
            <a:extLst xmlns:a="http://schemas.openxmlformats.org/drawingml/2006/main">
              <a:ext uri="{FF2B5EF4-FFF2-40B4-BE49-F238E27FC236}">
                <a16:creationId xmlns:a16="http://schemas.microsoft.com/office/drawing/2014/main" id="{9D1BA2CF-6A34-4A1B-A573-9627FFE20A77}"/>
              </a:ext>
            </a:extLst>
          </p:cNvPr>
          <p:cNvSpPr>
            <a:spLocks xmlns:a="http://schemas.openxmlformats.org/drawingml/2006/main" noGrp="1"/>
          </p:cNvSpPr>
          <p:nvPr/>
        </p:nvSpPr>
        <p:spPr>
          <a:xfrm xmlns:a="http://schemas.openxmlformats.org/drawingml/2006/main">
            <a:off x="11334750" y="64008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465866"/>
                </a:solidFill>
                <a:latin typeface="Calibri"/>
                <a:ea typeface="Calibri"/>
                <a:cs typeface="Calibri"/>
              </a:defRPr>
            </a:defPPr>
            <a:lvl1pPr>
              <a:defRPr sz="1125" b="0">
                <a:solidFill>
                  <a:srgbClr val="465866"/>
                </a:solidFill>
                <a:latin typeface="Calibri"/>
                <a:ea typeface="Calibri"/>
                <a:cs typeface="Calibri"/>
              </a:defRPr>
            </a:lvl1pPr>
            <a:lvl2pPr>
              <a:defRPr sz="1125" b="0">
                <a:solidFill>
                  <a:srgbClr val="465866"/>
                </a:solidFill>
                <a:latin typeface="Calibri"/>
                <a:ea typeface="Calibri"/>
                <a:cs typeface="Calibri"/>
              </a:defRPr>
            </a:lvl2pPr>
            <a:lvl3pPr>
              <a:defRPr sz="1125" b="0">
                <a:solidFill>
                  <a:srgbClr val="465866"/>
                </a:solidFill>
                <a:latin typeface="Calibri"/>
                <a:ea typeface="Calibri"/>
                <a:cs typeface="Calibri"/>
              </a:defRPr>
            </a:lvl3pPr>
            <a:lvl4pPr>
              <a:defRPr sz="1125" b="0">
                <a:solidFill>
                  <a:srgbClr val="465866"/>
                </a:solidFill>
                <a:latin typeface="Calibri"/>
                <a:ea typeface="Calibri"/>
                <a:cs typeface="Calibri"/>
              </a:defRPr>
            </a:lvl4pPr>
            <a:lvl5pPr>
              <a:defRPr sz="1125" b="0">
                <a:solidFill>
                  <a:srgbClr val="465866"/>
                </a:solidFill>
                <a:latin typeface="Calibri"/>
                <a:ea typeface="Calibri"/>
                <a:cs typeface="Calibri"/>
              </a:defRPr>
            </a:lvl5pPr>
            <a:lvl6pPr>
              <a:defRPr sz="1125" b="0">
                <a:solidFill>
                  <a:srgbClr val="465866"/>
                </a:solidFill>
                <a:latin typeface="Calibri"/>
                <a:ea typeface="Calibri"/>
                <a:cs typeface="Calibri"/>
              </a:defRPr>
            </a:lvl6pPr>
            <a:lvl7pPr>
              <a:defRPr sz="1125" b="0">
                <a:solidFill>
                  <a:srgbClr val="465866"/>
                </a:solidFill>
                <a:latin typeface="Calibri"/>
                <a:ea typeface="Calibri"/>
                <a:cs typeface="Calibri"/>
              </a:defRPr>
            </a:lvl7pPr>
            <a:lvl8pPr>
              <a:defRPr sz="1125" b="0">
                <a:solidFill>
                  <a:srgbClr val="465866"/>
                </a:solidFill>
                <a:latin typeface="Calibri"/>
                <a:ea typeface="Calibri"/>
                <a:cs typeface="Calibri"/>
              </a:defRPr>
            </a:lvl8pPr>
            <a:lvl9pPr>
              <a:defRPr sz="1125" b="0">
                <a:solidFill>
                  <a:srgbClr val="465866"/>
                </a:solidFill>
                <a:latin typeface="Calibri"/>
                <a:ea typeface="Calibri"/>
                <a:cs typeface="Calibri"/>
              </a:defRPr>
            </a:lvl9pPr>
          </a:lstStyle>
          <a:p xmlns:a="http://schemas.openxmlformats.org/drawingml/2006/main">
            <a:pPr>
              <a:defRPr sz="1125" b="0">
                <a:solidFill>
                  <a:srgbClr val="465866"/>
                </a:solidFill>
                <a:latin typeface="Calibri"/>
                <a:ea typeface="Calibri"/>
                <a:cs typeface="Calibri"/>
              </a:defRPr>
            </a:pPr>
            <a:r>
              <a:rPr sz="1125" b="0">
                <a:solidFill>
                  <a:srgbClr val="465866"/>
                </a:solidFill>
                <a:latin typeface="Calibri"/>
                <a:ea typeface="Calibri"/>
                <a:cs typeface="Calibri"/>
              </a:rPr>
              <a:t>2</a:t>
            </a:r>
          </a:p>
        </p:txBody>
      </p:sp>
      <p:sp>
        <p:nvSpPr>
          <p:cNvPr id="5" name="">
            <a:extLst xmlns:a="http://schemas.openxmlformats.org/drawingml/2006/main">
              <a:ext uri="{FF2B5EF4-FFF2-40B4-BE49-F238E27FC236}">
                <a16:creationId xmlns:a16="http://schemas.microsoft.com/office/drawing/2014/main" id="{A2978586-7BF4-4A9A-9ACA-B6FF777904E2}"/>
              </a:ext>
            </a:extLst>
          </p:cNvPr>
          <p:cNvSpPr>
            <a:spLocks xmlns:a="http://schemas.openxmlformats.org/drawingml/2006/main" noGrp="1"/>
          </p:cNvSpPr>
          <p:nvPr/>
        </p:nvSpPr>
        <p:spPr>
          <a:xfrm xmlns:a="http://schemas.openxmlformats.org/drawingml/2006/main">
            <a:off x="723900" y="2095500"/>
            <a:ext cx="10668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0">
                <a:solidFill>
                  <a:srgbClr val="153C4D"/>
                </a:solidFill>
                <a:latin typeface="Calibri"/>
                <a:ea typeface="Calibri"/>
                <a:cs typeface="Calibri"/>
              </a:defRPr>
            </a:defPPr>
            <a:lvl1pPr>
              <a:defRPr sz="2100" b="0">
                <a:solidFill>
                  <a:srgbClr val="153C4D"/>
                </a:solidFill>
                <a:latin typeface="Calibri"/>
                <a:ea typeface="Calibri"/>
                <a:cs typeface="Calibri"/>
              </a:defRPr>
            </a:lvl1pPr>
            <a:lvl2pPr>
              <a:defRPr sz="2100" b="0">
                <a:solidFill>
                  <a:srgbClr val="153C4D"/>
                </a:solidFill>
                <a:latin typeface="Calibri"/>
                <a:ea typeface="Calibri"/>
                <a:cs typeface="Calibri"/>
              </a:defRPr>
            </a:lvl2pPr>
            <a:lvl3pPr>
              <a:defRPr sz="2100" b="0">
                <a:solidFill>
                  <a:srgbClr val="153C4D"/>
                </a:solidFill>
                <a:latin typeface="Calibri"/>
                <a:ea typeface="Calibri"/>
                <a:cs typeface="Calibri"/>
              </a:defRPr>
            </a:lvl3pPr>
            <a:lvl4pPr>
              <a:defRPr sz="2100" b="0">
                <a:solidFill>
                  <a:srgbClr val="153C4D"/>
                </a:solidFill>
                <a:latin typeface="Calibri"/>
                <a:ea typeface="Calibri"/>
                <a:cs typeface="Calibri"/>
              </a:defRPr>
            </a:lvl4pPr>
            <a:lvl5pPr>
              <a:defRPr sz="2100" b="0">
                <a:solidFill>
                  <a:srgbClr val="153C4D"/>
                </a:solidFill>
                <a:latin typeface="Calibri"/>
                <a:ea typeface="Calibri"/>
                <a:cs typeface="Calibri"/>
              </a:defRPr>
            </a:lvl5pPr>
            <a:lvl6pPr>
              <a:defRPr sz="2100" b="0">
                <a:solidFill>
                  <a:srgbClr val="153C4D"/>
                </a:solidFill>
                <a:latin typeface="Calibri"/>
                <a:ea typeface="Calibri"/>
                <a:cs typeface="Calibri"/>
              </a:defRPr>
            </a:lvl6pPr>
            <a:lvl7pPr>
              <a:defRPr sz="2100" b="0">
                <a:solidFill>
                  <a:srgbClr val="153C4D"/>
                </a:solidFill>
                <a:latin typeface="Calibri"/>
                <a:ea typeface="Calibri"/>
                <a:cs typeface="Calibri"/>
              </a:defRPr>
            </a:lvl7pPr>
            <a:lvl8pPr>
              <a:defRPr sz="2100" b="0">
                <a:solidFill>
                  <a:srgbClr val="153C4D"/>
                </a:solidFill>
                <a:latin typeface="Calibri"/>
                <a:ea typeface="Calibri"/>
                <a:cs typeface="Calibri"/>
              </a:defRPr>
            </a:lvl8pPr>
            <a:lvl9pPr>
              <a:defRPr sz="2100" b="0">
                <a:solidFill>
                  <a:srgbClr val="153C4D"/>
                </a:solidFill>
                <a:latin typeface="Calibri"/>
                <a:ea typeface="Calibri"/>
                <a:cs typeface="Calibri"/>
              </a:defRPr>
            </a:lvl9pPr>
          </a:lstStyle>
          <a:p xmlns:a="http://schemas.openxmlformats.org/drawingml/2006/main">
            <a:pPr>
              <a:defRPr sz="2100" b="0">
                <a:solidFill>
                  <a:srgbClr val="153C4D"/>
                </a:solidFill>
                <a:latin typeface="Calibri"/>
                <a:ea typeface="Calibri"/>
                <a:cs typeface="Calibri"/>
              </a:defRPr>
            </a:pPr>
            <a:r>
              <a:rPr sz="2100" b="0">
                <a:solidFill>
                  <a:srgbClr val="153C4D"/>
                </a:solidFill>
                <a:latin typeface="Calibri"/>
                <a:ea typeface="Calibri"/>
                <a:cs typeface="Calibri"/>
              </a:rPr>
              <a:t>Original CSVs retained in a checksum-addressed internal stage</a:t>
            </a:r>
          </a:p>
        </p:txBody>
      </p:sp>
      <p:sp>
        <p:nvSpPr>
          <p:cNvPr id="6" name="">
            <a:extLst xmlns:a="http://schemas.openxmlformats.org/drawingml/2006/main">
              <a:ext uri="{FF2B5EF4-FFF2-40B4-BE49-F238E27FC236}">
                <a16:creationId xmlns:a16="http://schemas.microsoft.com/office/drawing/2014/main" id="{87E394C8-4000-4CED-B489-6B88D8441C8B}"/>
              </a:ext>
            </a:extLst>
          </p:cNvPr>
          <p:cNvSpPr>
            <a:spLocks xmlns:a="http://schemas.openxmlformats.org/drawingml/2006/main" noGrp="1"/>
          </p:cNvSpPr>
          <p:nvPr/>
        </p:nvSpPr>
        <p:spPr>
          <a:xfrm xmlns:a="http://schemas.openxmlformats.org/drawingml/2006/main">
            <a:off x="723900" y="2981325"/>
            <a:ext cx="10668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0">
                <a:solidFill>
                  <a:srgbClr val="153C4D"/>
                </a:solidFill>
                <a:latin typeface="Calibri"/>
                <a:ea typeface="Calibri"/>
                <a:cs typeface="Calibri"/>
              </a:defRPr>
            </a:defPPr>
            <a:lvl1pPr>
              <a:defRPr sz="2100" b="0">
                <a:solidFill>
                  <a:srgbClr val="153C4D"/>
                </a:solidFill>
                <a:latin typeface="Calibri"/>
                <a:ea typeface="Calibri"/>
                <a:cs typeface="Calibri"/>
              </a:defRPr>
            </a:lvl1pPr>
            <a:lvl2pPr>
              <a:defRPr sz="2100" b="0">
                <a:solidFill>
                  <a:srgbClr val="153C4D"/>
                </a:solidFill>
                <a:latin typeface="Calibri"/>
                <a:ea typeface="Calibri"/>
                <a:cs typeface="Calibri"/>
              </a:defRPr>
            </a:lvl2pPr>
            <a:lvl3pPr>
              <a:defRPr sz="2100" b="0">
                <a:solidFill>
                  <a:srgbClr val="153C4D"/>
                </a:solidFill>
                <a:latin typeface="Calibri"/>
                <a:ea typeface="Calibri"/>
                <a:cs typeface="Calibri"/>
              </a:defRPr>
            </a:lvl3pPr>
            <a:lvl4pPr>
              <a:defRPr sz="2100" b="0">
                <a:solidFill>
                  <a:srgbClr val="153C4D"/>
                </a:solidFill>
                <a:latin typeface="Calibri"/>
                <a:ea typeface="Calibri"/>
                <a:cs typeface="Calibri"/>
              </a:defRPr>
            </a:lvl4pPr>
            <a:lvl5pPr>
              <a:defRPr sz="2100" b="0">
                <a:solidFill>
                  <a:srgbClr val="153C4D"/>
                </a:solidFill>
                <a:latin typeface="Calibri"/>
                <a:ea typeface="Calibri"/>
                <a:cs typeface="Calibri"/>
              </a:defRPr>
            </a:lvl5pPr>
            <a:lvl6pPr>
              <a:defRPr sz="2100" b="0">
                <a:solidFill>
                  <a:srgbClr val="153C4D"/>
                </a:solidFill>
                <a:latin typeface="Calibri"/>
                <a:ea typeface="Calibri"/>
                <a:cs typeface="Calibri"/>
              </a:defRPr>
            </a:lvl6pPr>
            <a:lvl7pPr>
              <a:defRPr sz="2100" b="0">
                <a:solidFill>
                  <a:srgbClr val="153C4D"/>
                </a:solidFill>
                <a:latin typeface="Calibri"/>
                <a:ea typeface="Calibri"/>
                <a:cs typeface="Calibri"/>
              </a:defRPr>
            </a:lvl7pPr>
            <a:lvl8pPr>
              <a:defRPr sz="2100" b="0">
                <a:solidFill>
                  <a:srgbClr val="153C4D"/>
                </a:solidFill>
                <a:latin typeface="Calibri"/>
                <a:ea typeface="Calibri"/>
                <a:cs typeface="Calibri"/>
              </a:defRPr>
            </a:lvl8pPr>
            <a:lvl9pPr>
              <a:defRPr sz="2100" b="0">
                <a:solidFill>
                  <a:srgbClr val="153C4D"/>
                </a:solidFill>
                <a:latin typeface="Calibri"/>
                <a:ea typeface="Calibri"/>
                <a:cs typeface="Calibri"/>
              </a:defRPr>
            </a:lvl9pPr>
          </a:lstStyle>
          <a:p xmlns:a="http://schemas.openxmlformats.org/drawingml/2006/main">
            <a:pPr>
              <a:defRPr sz="2100" b="0">
                <a:solidFill>
                  <a:srgbClr val="153C4D"/>
                </a:solidFill>
                <a:latin typeface="Calibri"/>
                <a:ea typeface="Calibri"/>
                <a:cs typeface="Calibri"/>
              </a:defRPr>
            </a:pPr>
            <a:r>
              <a:rPr sz="2100" b="0">
                <a:solidFill>
                  <a:srgbClr val="153C4D"/>
                </a:solidFill>
                <a:latin typeface="Calibri"/>
                <a:ea typeface="Calibri"/>
                <a:cs typeface="Calibri"/>
              </a:rPr>
              <a:t>Python validates and plans changes; PUT/COPY stages records</a:t>
            </a:r>
          </a:p>
        </p:txBody>
      </p:sp>
      <p:sp>
        <p:nvSpPr>
          <p:cNvPr id="7" name="">
            <a:extLst xmlns:a="http://schemas.openxmlformats.org/drawingml/2006/main">
              <a:ext uri="{FF2B5EF4-FFF2-40B4-BE49-F238E27FC236}">
                <a16:creationId xmlns:a16="http://schemas.microsoft.com/office/drawing/2014/main" id="{DD0FE182-0FC7-495D-8EA1-28A6AD0F3796}"/>
              </a:ext>
            </a:extLst>
          </p:cNvPr>
          <p:cNvSpPr>
            <a:spLocks xmlns:a="http://schemas.openxmlformats.org/drawingml/2006/main" noGrp="1"/>
          </p:cNvSpPr>
          <p:nvPr/>
        </p:nvSpPr>
        <p:spPr>
          <a:xfrm xmlns:a="http://schemas.openxmlformats.org/drawingml/2006/main">
            <a:off x="723900" y="3867150"/>
            <a:ext cx="10668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0">
                <a:solidFill>
                  <a:srgbClr val="153C4D"/>
                </a:solidFill>
                <a:latin typeface="Calibri"/>
                <a:ea typeface="Calibri"/>
                <a:cs typeface="Calibri"/>
              </a:defRPr>
            </a:defPPr>
            <a:lvl1pPr>
              <a:defRPr sz="2100" b="0">
                <a:solidFill>
                  <a:srgbClr val="153C4D"/>
                </a:solidFill>
                <a:latin typeface="Calibri"/>
                <a:ea typeface="Calibri"/>
                <a:cs typeface="Calibri"/>
              </a:defRPr>
            </a:lvl1pPr>
            <a:lvl2pPr>
              <a:defRPr sz="2100" b="0">
                <a:solidFill>
                  <a:srgbClr val="153C4D"/>
                </a:solidFill>
                <a:latin typeface="Calibri"/>
                <a:ea typeface="Calibri"/>
                <a:cs typeface="Calibri"/>
              </a:defRPr>
            </a:lvl2pPr>
            <a:lvl3pPr>
              <a:defRPr sz="2100" b="0">
                <a:solidFill>
                  <a:srgbClr val="153C4D"/>
                </a:solidFill>
                <a:latin typeface="Calibri"/>
                <a:ea typeface="Calibri"/>
                <a:cs typeface="Calibri"/>
              </a:defRPr>
            </a:lvl3pPr>
            <a:lvl4pPr>
              <a:defRPr sz="2100" b="0">
                <a:solidFill>
                  <a:srgbClr val="153C4D"/>
                </a:solidFill>
                <a:latin typeface="Calibri"/>
                <a:ea typeface="Calibri"/>
                <a:cs typeface="Calibri"/>
              </a:defRPr>
            </a:lvl4pPr>
            <a:lvl5pPr>
              <a:defRPr sz="2100" b="0">
                <a:solidFill>
                  <a:srgbClr val="153C4D"/>
                </a:solidFill>
                <a:latin typeface="Calibri"/>
                <a:ea typeface="Calibri"/>
                <a:cs typeface="Calibri"/>
              </a:defRPr>
            </a:lvl5pPr>
            <a:lvl6pPr>
              <a:defRPr sz="2100" b="0">
                <a:solidFill>
                  <a:srgbClr val="153C4D"/>
                </a:solidFill>
                <a:latin typeface="Calibri"/>
                <a:ea typeface="Calibri"/>
                <a:cs typeface="Calibri"/>
              </a:defRPr>
            </a:lvl6pPr>
            <a:lvl7pPr>
              <a:defRPr sz="2100" b="0">
                <a:solidFill>
                  <a:srgbClr val="153C4D"/>
                </a:solidFill>
                <a:latin typeface="Calibri"/>
                <a:ea typeface="Calibri"/>
                <a:cs typeface="Calibri"/>
              </a:defRPr>
            </a:lvl7pPr>
            <a:lvl8pPr>
              <a:defRPr sz="2100" b="0">
                <a:solidFill>
                  <a:srgbClr val="153C4D"/>
                </a:solidFill>
                <a:latin typeface="Calibri"/>
                <a:ea typeface="Calibri"/>
                <a:cs typeface="Calibri"/>
              </a:defRPr>
            </a:lvl8pPr>
            <a:lvl9pPr>
              <a:defRPr sz="2100" b="0">
                <a:solidFill>
                  <a:srgbClr val="153C4D"/>
                </a:solidFill>
                <a:latin typeface="Calibri"/>
                <a:ea typeface="Calibri"/>
                <a:cs typeface="Calibri"/>
              </a:defRPr>
            </a:lvl9pPr>
          </a:lstStyle>
          <a:p xmlns:a="http://schemas.openxmlformats.org/drawingml/2006/main">
            <a:pPr>
              <a:defRPr sz="2100" b="0">
                <a:solidFill>
                  <a:srgbClr val="153C4D"/>
                </a:solidFill>
                <a:latin typeface="Calibri"/>
                <a:ea typeface="Calibri"/>
                <a:cs typeface="Calibri"/>
              </a:defRPr>
            </a:pPr>
            <a:r>
              <a:rPr sz="2100" b="0">
                <a:solidFill>
                  <a:srgbClr val="153C4D"/>
                </a:solidFill>
                <a:latin typeface="Calibri"/>
                <a:ea typeface="Calibri"/>
                <a:cs typeface="Calibri"/>
              </a:rPr>
              <a:t>Snowflake transaction commits state, quality and change audit</a:t>
            </a:r>
          </a:p>
        </p:txBody>
      </p:sp>
      <p:sp>
        <p:nvSpPr>
          <p:cNvPr id="8" name="">
            <a:extLst xmlns:a="http://schemas.openxmlformats.org/drawingml/2006/main">
              <a:ext uri="{FF2B5EF4-FFF2-40B4-BE49-F238E27FC236}">
                <a16:creationId xmlns:a16="http://schemas.microsoft.com/office/drawing/2014/main" id="{44E33DB2-E26E-46B5-8AD4-3D871C2D2216}"/>
              </a:ext>
            </a:extLst>
          </p:cNvPr>
          <p:cNvSpPr>
            <a:spLocks xmlns:a="http://schemas.openxmlformats.org/drawingml/2006/main" noGrp="1"/>
          </p:cNvSpPr>
          <p:nvPr/>
        </p:nvSpPr>
        <p:spPr>
          <a:xfrm xmlns:a="http://schemas.openxmlformats.org/drawingml/2006/main">
            <a:off x="723900" y="4752975"/>
            <a:ext cx="10668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0">
                <a:solidFill>
                  <a:srgbClr val="153C4D"/>
                </a:solidFill>
                <a:latin typeface="Calibri"/>
                <a:ea typeface="Calibri"/>
                <a:cs typeface="Calibri"/>
              </a:defRPr>
            </a:defPPr>
            <a:lvl1pPr>
              <a:defRPr sz="2100" b="0">
                <a:solidFill>
                  <a:srgbClr val="153C4D"/>
                </a:solidFill>
                <a:latin typeface="Calibri"/>
                <a:ea typeface="Calibri"/>
                <a:cs typeface="Calibri"/>
              </a:defRPr>
            </a:lvl1pPr>
            <a:lvl2pPr>
              <a:defRPr sz="2100" b="0">
                <a:solidFill>
                  <a:srgbClr val="153C4D"/>
                </a:solidFill>
                <a:latin typeface="Calibri"/>
                <a:ea typeface="Calibri"/>
                <a:cs typeface="Calibri"/>
              </a:defRPr>
            </a:lvl2pPr>
            <a:lvl3pPr>
              <a:defRPr sz="2100" b="0">
                <a:solidFill>
                  <a:srgbClr val="153C4D"/>
                </a:solidFill>
                <a:latin typeface="Calibri"/>
                <a:ea typeface="Calibri"/>
                <a:cs typeface="Calibri"/>
              </a:defRPr>
            </a:lvl3pPr>
            <a:lvl4pPr>
              <a:defRPr sz="2100" b="0">
                <a:solidFill>
                  <a:srgbClr val="153C4D"/>
                </a:solidFill>
                <a:latin typeface="Calibri"/>
                <a:ea typeface="Calibri"/>
                <a:cs typeface="Calibri"/>
              </a:defRPr>
            </a:lvl4pPr>
            <a:lvl5pPr>
              <a:defRPr sz="2100" b="0">
                <a:solidFill>
                  <a:srgbClr val="153C4D"/>
                </a:solidFill>
                <a:latin typeface="Calibri"/>
                <a:ea typeface="Calibri"/>
                <a:cs typeface="Calibri"/>
              </a:defRPr>
            </a:lvl5pPr>
            <a:lvl6pPr>
              <a:defRPr sz="2100" b="0">
                <a:solidFill>
                  <a:srgbClr val="153C4D"/>
                </a:solidFill>
                <a:latin typeface="Calibri"/>
                <a:ea typeface="Calibri"/>
                <a:cs typeface="Calibri"/>
              </a:defRPr>
            </a:lvl6pPr>
            <a:lvl7pPr>
              <a:defRPr sz="2100" b="0">
                <a:solidFill>
                  <a:srgbClr val="153C4D"/>
                </a:solidFill>
                <a:latin typeface="Calibri"/>
                <a:ea typeface="Calibri"/>
                <a:cs typeface="Calibri"/>
              </a:defRPr>
            </a:lvl7pPr>
            <a:lvl8pPr>
              <a:defRPr sz="2100" b="0">
                <a:solidFill>
                  <a:srgbClr val="153C4D"/>
                </a:solidFill>
                <a:latin typeface="Calibri"/>
                <a:ea typeface="Calibri"/>
                <a:cs typeface="Calibri"/>
              </a:defRPr>
            </a:lvl8pPr>
            <a:lvl9pPr>
              <a:defRPr sz="2100" b="0">
                <a:solidFill>
                  <a:srgbClr val="153C4D"/>
                </a:solidFill>
                <a:latin typeface="Calibri"/>
                <a:ea typeface="Calibri"/>
                <a:cs typeface="Calibri"/>
              </a:defRPr>
            </a:lvl9pPr>
          </a:lstStyle>
          <a:p xmlns:a="http://schemas.openxmlformats.org/drawingml/2006/main">
            <a:pPr>
              <a:defRPr sz="2100" b="0">
                <a:solidFill>
                  <a:srgbClr val="153C4D"/>
                </a:solidFill>
                <a:latin typeface="Calibri"/>
                <a:ea typeface="Calibri"/>
                <a:cs typeface="Calibri"/>
              </a:defRPr>
            </a:pPr>
            <a:r>
              <a:rPr sz="2100" b="0">
                <a:solidFill>
                  <a:srgbClr val="153C4D"/>
                </a:solidFill>
                <a:latin typeface="Calibri"/>
                <a:ea typeface="Calibri"/>
                <a:cs typeface="Calibri"/>
              </a:rPr>
              <a:t>dbt builds in BUILD; passing tables publish to MART</a:t>
            </a:r>
          </a:p>
        </p:txBody>
      </p:sp>
    </p:spTree>
    <p:extLst>
      <p:ext uri="{BB962C8B-B14F-4D97-AF65-F5344CB8AC3E}">
        <p14:creationId xmlns:p14="http://schemas.microsoft.com/office/powerpoint/2010/main" val="164596611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DC25484-5369-456A-B263-ADAE1A87A980}"/>
              </a:ext>
            </a:extLst>
          </p:cNvPr>
          <p:cNvSpPr>
            <a:spLocks xmlns:a="http://schemas.openxmlformats.org/drawingml/2006/main" noGrp="1"/>
          </p:cNvSpPr>
          <p:nvPr/>
        </p:nvSpPr>
        <p:spPr>
          <a:xfrm xmlns:a="http://schemas.openxmlformats.org/drawingml/2006/main">
            <a:off x="609600" y="457200"/>
            <a:ext cx="109728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225" b="1">
                <a:solidFill>
                  <a:srgbClr val="153C4D"/>
                </a:solidFill>
                <a:latin typeface="Calibri"/>
                <a:ea typeface="Calibri"/>
                <a:cs typeface="Calibri"/>
              </a:defRPr>
            </a:defPPr>
            <a:lvl1pPr>
              <a:defRPr sz="3225" b="1">
                <a:solidFill>
                  <a:srgbClr val="153C4D"/>
                </a:solidFill>
                <a:latin typeface="Calibri"/>
                <a:ea typeface="Calibri"/>
                <a:cs typeface="Calibri"/>
              </a:defRPr>
            </a:lvl1pPr>
            <a:lvl2pPr>
              <a:defRPr sz="3225" b="1">
                <a:solidFill>
                  <a:srgbClr val="153C4D"/>
                </a:solidFill>
                <a:latin typeface="Calibri"/>
                <a:ea typeface="Calibri"/>
                <a:cs typeface="Calibri"/>
              </a:defRPr>
            </a:lvl2pPr>
            <a:lvl3pPr>
              <a:defRPr sz="3225" b="1">
                <a:solidFill>
                  <a:srgbClr val="153C4D"/>
                </a:solidFill>
                <a:latin typeface="Calibri"/>
                <a:ea typeface="Calibri"/>
                <a:cs typeface="Calibri"/>
              </a:defRPr>
            </a:lvl3pPr>
            <a:lvl4pPr>
              <a:defRPr sz="3225" b="1">
                <a:solidFill>
                  <a:srgbClr val="153C4D"/>
                </a:solidFill>
                <a:latin typeface="Calibri"/>
                <a:ea typeface="Calibri"/>
                <a:cs typeface="Calibri"/>
              </a:defRPr>
            </a:lvl4pPr>
            <a:lvl5pPr>
              <a:defRPr sz="3225" b="1">
                <a:solidFill>
                  <a:srgbClr val="153C4D"/>
                </a:solidFill>
                <a:latin typeface="Calibri"/>
                <a:ea typeface="Calibri"/>
                <a:cs typeface="Calibri"/>
              </a:defRPr>
            </a:lvl5pPr>
            <a:lvl6pPr>
              <a:defRPr sz="3225" b="1">
                <a:solidFill>
                  <a:srgbClr val="153C4D"/>
                </a:solidFill>
                <a:latin typeface="Calibri"/>
                <a:ea typeface="Calibri"/>
                <a:cs typeface="Calibri"/>
              </a:defRPr>
            </a:lvl6pPr>
            <a:lvl7pPr>
              <a:defRPr sz="3225" b="1">
                <a:solidFill>
                  <a:srgbClr val="153C4D"/>
                </a:solidFill>
                <a:latin typeface="Calibri"/>
                <a:ea typeface="Calibri"/>
                <a:cs typeface="Calibri"/>
              </a:defRPr>
            </a:lvl7pPr>
            <a:lvl8pPr>
              <a:defRPr sz="3225" b="1">
                <a:solidFill>
                  <a:srgbClr val="153C4D"/>
                </a:solidFill>
                <a:latin typeface="Calibri"/>
                <a:ea typeface="Calibri"/>
                <a:cs typeface="Calibri"/>
              </a:defRPr>
            </a:lvl8pPr>
            <a:lvl9pPr>
              <a:defRPr sz="3225" b="1">
                <a:solidFill>
                  <a:srgbClr val="153C4D"/>
                </a:solidFill>
                <a:latin typeface="Calibri"/>
                <a:ea typeface="Calibri"/>
                <a:cs typeface="Calibri"/>
              </a:defRPr>
            </a:lvl9pPr>
          </a:lstStyle>
          <a:p xmlns:a="http://schemas.openxmlformats.org/drawingml/2006/main">
            <a:pPr>
              <a:defRPr sz="3225" b="1">
                <a:solidFill>
                  <a:srgbClr val="153C4D"/>
                </a:solidFill>
                <a:latin typeface="Calibri"/>
                <a:ea typeface="Calibri"/>
                <a:cs typeface="Calibri"/>
              </a:defRPr>
            </a:pPr>
            <a:r>
              <a:rPr sz="3225" b="1">
                <a:solidFill>
                  <a:srgbClr val="153C4D"/>
                </a:solidFill>
                <a:latin typeface="Calibri"/>
                <a:ea typeface="Calibri"/>
                <a:cs typeface="Calibri"/>
              </a:rPr>
              <a:t>Change handling</a:t>
            </a:r>
          </a:p>
        </p:txBody>
      </p:sp>
      <p:sp>
        <p:nvSpPr>
          <p:cNvPr id="2" name="">
            <a:extLst xmlns:a="http://schemas.openxmlformats.org/drawingml/2006/main">
              <a:ext uri="{FF2B5EF4-FFF2-40B4-BE49-F238E27FC236}">
                <a16:creationId xmlns:a16="http://schemas.microsoft.com/office/drawing/2014/main" id="{554D5CDD-1A0E-478A-B405-7DB9018E6790}"/>
              </a:ext>
            </a:extLst>
          </p:cNvPr>
          <p:cNvSpPr>
            <a:spLocks xmlns:a="http://schemas.openxmlformats.org/drawingml/2006/main" noGrp="1"/>
          </p:cNvSpPr>
          <p:nvPr/>
        </p:nvSpPr>
        <p:spPr>
          <a:xfrm xmlns:a="http://schemas.openxmlformats.org/drawingml/2006/main">
            <a:off x="609600" y="1323975"/>
            <a:ext cx="109728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0">
                <a:solidFill>
                  <a:srgbClr val="465866"/>
                </a:solidFill>
                <a:latin typeface="Calibri"/>
                <a:ea typeface="Calibri"/>
                <a:cs typeface="Calibri"/>
              </a:defRPr>
            </a:defPPr>
            <a:lvl1pPr>
              <a:defRPr sz="1725" b="0">
                <a:solidFill>
                  <a:srgbClr val="465866"/>
                </a:solidFill>
                <a:latin typeface="Calibri"/>
                <a:ea typeface="Calibri"/>
                <a:cs typeface="Calibri"/>
              </a:defRPr>
            </a:lvl1pPr>
            <a:lvl2pPr>
              <a:defRPr sz="1725" b="0">
                <a:solidFill>
                  <a:srgbClr val="465866"/>
                </a:solidFill>
                <a:latin typeface="Calibri"/>
                <a:ea typeface="Calibri"/>
                <a:cs typeface="Calibri"/>
              </a:defRPr>
            </a:lvl2pPr>
            <a:lvl3pPr>
              <a:defRPr sz="1725" b="0">
                <a:solidFill>
                  <a:srgbClr val="465866"/>
                </a:solidFill>
                <a:latin typeface="Calibri"/>
                <a:ea typeface="Calibri"/>
                <a:cs typeface="Calibri"/>
              </a:defRPr>
            </a:lvl3pPr>
            <a:lvl4pPr>
              <a:defRPr sz="1725" b="0">
                <a:solidFill>
                  <a:srgbClr val="465866"/>
                </a:solidFill>
                <a:latin typeface="Calibri"/>
                <a:ea typeface="Calibri"/>
                <a:cs typeface="Calibri"/>
              </a:defRPr>
            </a:lvl4pPr>
            <a:lvl5pPr>
              <a:defRPr sz="1725" b="0">
                <a:solidFill>
                  <a:srgbClr val="465866"/>
                </a:solidFill>
                <a:latin typeface="Calibri"/>
                <a:ea typeface="Calibri"/>
                <a:cs typeface="Calibri"/>
              </a:defRPr>
            </a:lvl5pPr>
            <a:lvl6pPr>
              <a:defRPr sz="1725" b="0">
                <a:solidFill>
                  <a:srgbClr val="465866"/>
                </a:solidFill>
                <a:latin typeface="Calibri"/>
                <a:ea typeface="Calibri"/>
                <a:cs typeface="Calibri"/>
              </a:defRPr>
            </a:lvl6pPr>
            <a:lvl7pPr>
              <a:defRPr sz="1725" b="0">
                <a:solidFill>
                  <a:srgbClr val="465866"/>
                </a:solidFill>
                <a:latin typeface="Calibri"/>
                <a:ea typeface="Calibri"/>
                <a:cs typeface="Calibri"/>
              </a:defRPr>
            </a:lvl7pPr>
            <a:lvl8pPr>
              <a:defRPr sz="1725" b="0">
                <a:solidFill>
                  <a:srgbClr val="465866"/>
                </a:solidFill>
                <a:latin typeface="Calibri"/>
                <a:ea typeface="Calibri"/>
                <a:cs typeface="Calibri"/>
              </a:defRPr>
            </a:lvl8pPr>
            <a:lvl9pPr>
              <a:defRPr sz="1725" b="0">
                <a:solidFill>
                  <a:srgbClr val="465866"/>
                </a:solidFill>
                <a:latin typeface="Calibri"/>
                <a:ea typeface="Calibri"/>
                <a:cs typeface="Calibri"/>
              </a:defRPr>
            </a:lvl9pPr>
          </a:lstStyle>
          <a:p xmlns:a="http://schemas.openxmlformats.org/drawingml/2006/main">
            <a:pPr>
              <a:defRPr sz="1725" b="0">
                <a:solidFill>
                  <a:srgbClr val="465866"/>
                </a:solidFill>
                <a:latin typeface="Calibri"/>
                <a:ea typeface="Calibri"/>
                <a:cs typeface="Calibri"/>
              </a:defRPr>
            </a:pPr>
            <a:r>
              <a:rPr sz="1725" b="0">
                <a:solidFill>
                  <a:srgbClr val="465866"/>
                </a:solidFill>
                <a:latin typeface="Calibri"/>
                <a:ea typeface="Calibri"/>
                <a:cs typeface="Calibri"/>
              </a:rPr>
              <a:t>Daily deltas and the weekly snapshot have different meanings</a:t>
            </a:r>
          </a:p>
        </p:txBody>
      </p:sp>
      <p:sp>
        <p:nvSpPr>
          <p:cNvPr id="3" name="">
            <a:extLst xmlns:a="http://schemas.openxmlformats.org/drawingml/2006/main">
              <a:ext uri="{FF2B5EF4-FFF2-40B4-BE49-F238E27FC236}">
                <a16:creationId xmlns:a16="http://schemas.microsoft.com/office/drawing/2014/main" id="{116D9C71-570E-4D03-BCEF-DCFB651BC5A9}"/>
              </a:ext>
            </a:extLst>
          </p:cNvPr>
          <p:cNvSpPr>
            <a:spLocks xmlns:a="http://schemas.openxmlformats.org/drawingml/2006/main" noGrp="1"/>
          </p:cNvSpPr>
          <p:nvPr/>
        </p:nvSpPr>
        <p:spPr>
          <a:xfrm xmlns:a="http://schemas.openxmlformats.org/drawingml/2006/main">
            <a:off x="609600" y="6400800"/>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465866"/>
                </a:solidFill>
                <a:latin typeface="Calibri"/>
                <a:ea typeface="Calibri"/>
                <a:cs typeface="Calibri"/>
              </a:defRPr>
            </a:defPPr>
            <a:lvl1pPr>
              <a:defRPr sz="1125" b="0">
                <a:solidFill>
                  <a:srgbClr val="465866"/>
                </a:solidFill>
                <a:latin typeface="Calibri"/>
                <a:ea typeface="Calibri"/>
                <a:cs typeface="Calibri"/>
              </a:defRPr>
            </a:lvl1pPr>
            <a:lvl2pPr>
              <a:defRPr sz="1125" b="0">
                <a:solidFill>
                  <a:srgbClr val="465866"/>
                </a:solidFill>
                <a:latin typeface="Calibri"/>
                <a:ea typeface="Calibri"/>
                <a:cs typeface="Calibri"/>
              </a:defRPr>
            </a:lvl2pPr>
            <a:lvl3pPr>
              <a:defRPr sz="1125" b="0">
                <a:solidFill>
                  <a:srgbClr val="465866"/>
                </a:solidFill>
                <a:latin typeface="Calibri"/>
                <a:ea typeface="Calibri"/>
                <a:cs typeface="Calibri"/>
              </a:defRPr>
            </a:lvl3pPr>
            <a:lvl4pPr>
              <a:defRPr sz="1125" b="0">
                <a:solidFill>
                  <a:srgbClr val="465866"/>
                </a:solidFill>
                <a:latin typeface="Calibri"/>
                <a:ea typeface="Calibri"/>
                <a:cs typeface="Calibri"/>
              </a:defRPr>
            </a:lvl4pPr>
            <a:lvl5pPr>
              <a:defRPr sz="1125" b="0">
                <a:solidFill>
                  <a:srgbClr val="465866"/>
                </a:solidFill>
                <a:latin typeface="Calibri"/>
                <a:ea typeface="Calibri"/>
                <a:cs typeface="Calibri"/>
              </a:defRPr>
            </a:lvl5pPr>
            <a:lvl6pPr>
              <a:defRPr sz="1125" b="0">
                <a:solidFill>
                  <a:srgbClr val="465866"/>
                </a:solidFill>
                <a:latin typeface="Calibri"/>
                <a:ea typeface="Calibri"/>
                <a:cs typeface="Calibri"/>
              </a:defRPr>
            </a:lvl6pPr>
            <a:lvl7pPr>
              <a:defRPr sz="1125" b="0">
                <a:solidFill>
                  <a:srgbClr val="465866"/>
                </a:solidFill>
                <a:latin typeface="Calibri"/>
                <a:ea typeface="Calibri"/>
                <a:cs typeface="Calibri"/>
              </a:defRPr>
            </a:lvl7pPr>
            <a:lvl8pPr>
              <a:defRPr sz="1125" b="0">
                <a:solidFill>
                  <a:srgbClr val="465866"/>
                </a:solidFill>
                <a:latin typeface="Calibri"/>
                <a:ea typeface="Calibri"/>
                <a:cs typeface="Calibri"/>
              </a:defRPr>
            </a:lvl8pPr>
            <a:lvl9pPr>
              <a:defRPr sz="1125" b="0">
                <a:solidFill>
                  <a:srgbClr val="465866"/>
                </a:solidFill>
                <a:latin typeface="Calibri"/>
                <a:ea typeface="Calibri"/>
                <a:cs typeface="Calibri"/>
              </a:defRPr>
            </a:lvl9pPr>
          </a:lstStyle>
          <a:p xmlns:a="http://schemas.openxmlformats.org/drawingml/2006/main">
            <a:pPr>
              <a:defRPr sz="1125" b="0">
                <a:solidFill>
                  <a:srgbClr val="465866"/>
                </a:solidFill>
                <a:latin typeface="Calibri"/>
                <a:ea typeface="Calibri"/>
                <a:cs typeface="Calibri"/>
              </a:defRPr>
            </a:pPr>
            <a:r>
              <a:rPr sz="1125" b="0">
                <a:solidFill>
                  <a:srgbClr val="465866"/>
                </a:solidFill>
                <a:latin typeface="Calibri"/>
                <a:ea typeface="Calibri"/>
                <a:cs typeface="Calibri"/>
              </a:rPr>
              <a:t>SAROJ BHANDARI   /   BIRD STRIKES ASSESSMENT</a:t>
            </a:r>
          </a:p>
        </p:txBody>
      </p:sp>
      <p:sp>
        <p:nvSpPr>
          <p:cNvPr id="4" name="">
            <a:extLst xmlns:a="http://schemas.openxmlformats.org/drawingml/2006/main">
              <a:ext uri="{FF2B5EF4-FFF2-40B4-BE49-F238E27FC236}">
                <a16:creationId xmlns:a16="http://schemas.microsoft.com/office/drawing/2014/main" id="{068FCB75-A973-4E43-BFF7-C53DB62D56D3}"/>
              </a:ext>
            </a:extLst>
          </p:cNvPr>
          <p:cNvSpPr>
            <a:spLocks xmlns:a="http://schemas.openxmlformats.org/drawingml/2006/main" noGrp="1"/>
          </p:cNvSpPr>
          <p:nvPr/>
        </p:nvSpPr>
        <p:spPr>
          <a:xfrm xmlns:a="http://schemas.openxmlformats.org/drawingml/2006/main">
            <a:off x="11334750" y="64008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465866"/>
                </a:solidFill>
                <a:latin typeface="Calibri"/>
                <a:ea typeface="Calibri"/>
                <a:cs typeface="Calibri"/>
              </a:defRPr>
            </a:defPPr>
            <a:lvl1pPr>
              <a:defRPr sz="1125" b="0">
                <a:solidFill>
                  <a:srgbClr val="465866"/>
                </a:solidFill>
                <a:latin typeface="Calibri"/>
                <a:ea typeface="Calibri"/>
                <a:cs typeface="Calibri"/>
              </a:defRPr>
            </a:lvl1pPr>
            <a:lvl2pPr>
              <a:defRPr sz="1125" b="0">
                <a:solidFill>
                  <a:srgbClr val="465866"/>
                </a:solidFill>
                <a:latin typeface="Calibri"/>
                <a:ea typeface="Calibri"/>
                <a:cs typeface="Calibri"/>
              </a:defRPr>
            </a:lvl2pPr>
            <a:lvl3pPr>
              <a:defRPr sz="1125" b="0">
                <a:solidFill>
                  <a:srgbClr val="465866"/>
                </a:solidFill>
                <a:latin typeface="Calibri"/>
                <a:ea typeface="Calibri"/>
                <a:cs typeface="Calibri"/>
              </a:defRPr>
            </a:lvl3pPr>
            <a:lvl4pPr>
              <a:defRPr sz="1125" b="0">
                <a:solidFill>
                  <a:srgbClr val="465866"/>
                </a:solidFill>
                <a:latin typeface="Calibri"/>
                <a:ea typeface="Calibri"/>
                <a:cs typeface="Calibri"/>
              </a:defRPr>
            </a:lvl4pPr>
            <a:lvl5pPr>
              <a:defRPr sz="1125" b="0">
                <a:solidFill>
                  <a:srgbClr val="465866"/>
                </a:solidFill>
                <a:latin typeface="Calibri"/>
                <a:ea typeface="Calibri"/>
                <a:cs typeface="Calibri"/>
              </a:defRPr>
            </a:lvl5pPr>
            <a:lvl6pPr>
              <a:defRPr sz="1125" b="0">
                <a:solidFill>
                  <a:srgbClr val="465866"/>
                </a:solidFill>
                <a:latin typeface="Calibri"/>
                <a:ea typeface="Calibri"/>
                <a:cs typeface="Calibri"/>
              </a:defRPr>
            </a:lvl6pPr>
            <a:lvl7pPr>
              <a:defRPr sz="1125" b="0">
                <a:solidFill>
                  <a:srgbClr val="465866"/>
                </a:solidFill>
                <a:latin typeface="Calibri"/>
                <a:ea typeface="Calibri"/>
                <a:cs typeface="Calibri"/>
              </a:defRPr>
            </a:lvl7pPr>
            <a:lvl8pPr>
              <a:defRPr sz="1125" b="0">
                <a:solidFill>
                  <a:srgbClr val="465866"/>
                </a:solidFill>
                <a:latin typeface="Calibri"/>
                <a:ea typeface="Calibri"/>
                <a:cs typeface="Calibri"/>
              </a:defRPr>
            </a:lvl8pPr>
            <a:lvl9pPr>
              <a:defRPr sz="1125" b="0">
                <a:solidFill>
                  <a:srgbClr val="465866"/>
                </a:solidFill>
                <a:latin typeface="Calibri"/>
                <a:ea typeface="Calibri"/>
                <a:cs typeface="Calibri"/>
              </a:defRPr>
            </a:lvl9pPr>
          </a:lstStyle>
          <a:p xmlns:a="http://schemas.openxmlformats.org/drawingml/2006/main">
            <a:pPr>
              <a:defRPr sz="1125" b="0">
                <a:solidFill>
                  <a:srgbClr val="465866"/>
                </a:solidFill>
                <a:latin typeface="Calibri"/>
                <a:ea typeface="Calibri"/>
                <a:cs typeface="Calibri"/>
              </a:defRPr>
            </a:pPr>
            <a:r>
              <a:rPr sz="1125" b="0">
                <a:solidFill>
                  <a:srgbClr val="465866"/>
                </a:solidFill>
                <a:latin typeface="Calibri"/>
                <a:ea typeface="Calibri"/>
                <a:cs typeface="Calibri"/>
              </a:rPr>
              <a:t>3</a:t>
            </a:r>
          </a:p>
        </p:txBody>
      </p:sp>
      <p:sp>
        <p:nvSpPr>
          <p:cNvPr id="5" name="">
            <a:extLst xmlns:a="http://schemas.openxmlformats.org/drawingml/2006/main">
              <a:ext uri="{FF2B5EF4-FFF2-40B4-BE49-F238E27FC236}">
                <a16:creationId xmlns:a16="http://schemas.microsoft.com/office/drawing/2014/main" id="{A7992275-A4F2-4300-8ACE-F78A966069D7}"/>
              </a:ext>
            </a:extLst>
          </p:cNvPr>
          <p:cNvSpPr>
            <a:spLocks xmlns:a="http://schemas.openxmlformats.org/drawingml/2006/main" noGrp="1"/>
          </p:cNvSpPr>
          <p:nvPr/>
        </p:nvSpPr>
        <p:spPr>
          <a:xfrm xmlns:a="http://schemas.openxmlformats.org/drawingml/2006/main">
            <a:off x="723900" y="2095500"/>
            <a:ext cx="10668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0">
                <a:solidFill>
                  <a:srgbClr val="153C4D"/>
                </a:solidFill>
                <a:latin typeface="Calibri"/>
                <a:ea typeface="Calibri"/>
                <a:cs typeface="Calibri"/>
              </a:defRPr>
            </a:defPPr>
            <a:lvl1pPr>
              <a:defRPr sz="2100" b="0">
                <a:solidFill>
                  <a:srgbClr val="153C4D"/>
                </a:solidFill>
                <a:latin typeface="Calibri"/>
                <a:ea typeface="Calibri"/>
                <a:cs typeface="Calibri"/>
              </a:defRPr>
            </a:lvl1pPr>
            <a:lvl2pPr>
              <a:defRPr sz="2100" b="0">
                <a:solidFill>
                  <a:srgbClr val="153C4D"/>
                </a:solidFill>
                <a:latin typeface="Calibri"/>
                <a:ea typeface="Calibri"/>
                <a:cs typeface="Calibri"/>
              </a:defRPr>
            </a:lvl2pPr>
            <a:lvl3pPr>
              <a:defRPr sz="2100" b="0">
                <a:solidFill>
                  <a:srgbClr val="153C4D"/>
                </a:solidFill>
                <a:latin typeface="Calibri"/>
                <a:ea typeface="Calibri"/>
                <a:cs typeface="Calibri"/>
              </a:defRPr>
            </a:lvl3pPr>
            <a:lvl4pPr>
              <a:defRPr sz="2100" b="0">
                <a:solidFill>
                  <a:srgbClr val="153C4D"/>
                </a:solidFill>
                <a:latin typeface="Calibri"/>
                <a:ea typeface="Calibri"/>
                <a:cs typeface="Calibri"/>
              </a:defRPr>
            </a:lvl4pPr>
            <a:lvl5pPr>
              <a:defRPr sz="2100" b="0">
                <a:solidFill>
                  <a:srgbClr val="153C4D"/>
                </a:solidFill>
                <a:latin typeface="Calibri"/>
                <a:ea typeface="Calibri"/>
                <a:cs typeface="Calibri"/>
              </a:defRPr>
            </a:lvl5pPr>
            <a:lvl6pPr>
              <a:defRPr sz="2100" b="0">
                <a:solidFill>
                  <a:srgbClr val="153C4D"/>
                </a:solidFill>
                <a:latin typeface="Calibri"/>
                <a:ea typeface="Calibri"/>
                <a:cs typeface="Calibri"/>
              </a:defRPr>
            </a:lvl6pPr>
            <a:lvl7pPr>
              <a:defRPr sz="2100" b="0">
                <a:solidFill>
                  <a:srgbClr val="153C4D"/>
                </a:solidFill>
                <a:latin typeface="Calibri"/>
                <a:ea typeface="Calibri"/>
                <a:cs typeface="Calibri"/>
              </a:defRPr>
            </a:lvl7pPr>
            <a:lvl8pPr>
              <a:defRPr sz="2100" b="0">
                <a:solidFill>
                  <a:srgbClr val="153C4D"/>
                </a:solidFill>
                <a:latin typeface="Calibri"/>
                <a:ea typeface="Calibri"/>
                <a:cs typeface="Calibri"/>
              </a:defRPr>
            </a:lvl8pPr>
            <a:lvl9pPr>
              <a:defRPr sz="2100" b="0">
                <a:solidFill>
                  <a:srgbClr val="153C4D"/>
                </a:solidFill>
                <a:latin typeface="Calibri"/>
                <a:ea typeface="Calibri"/>
                <a:cs typeface="Calibri"/>
              </a:defRPr>
            </a:lvl9pPr>
          </a:lstStyle>
          <a:p xmlns:a="http://schemas.openxmlformats.org/drawingml/2006/main">
            <a:pPr>
              <a:defRPr sz="2100" b="0">
                <a:solidFill>
                  <a:srgbClr val="153C4D"/>
                </a:solidFill>
                <a:latin typeface="Calibri"/>
                <a:ea typeface="Calibri"/>
                <a:cs typeface="Calibri"/>
              </a:defRPr>
            </a:pPr>
            <a:r>
              <a:rPr sz="2100" b="0">
                <a:solidFill>
                  <a:srgbClr val="153C4D"/>
                </a:solidFill>
                <a:latin typeface="Calibri"/>
                <a:ea typeface="Calibri"/>
                <a:cs typeface="Calibri"/>
              </a:rPr>
              <a:t>Daily absent record: retain the incident</a:t>
            </a:r>
          </a:p>
        </p:txBody>
      </p:sp>
      <p:sp>
        <p:nvSpPr>
          <p:cNvPr id="6" name="">
            <a:extLst xmlns:a="http://schemas.openxmlformats.org/drawingml/2006/main">
              <a:ext uri="{FF2B5EF4-FFF2-40B4-BE49-F238E27FC236}">
                <a16:creationId xmlns:a16="http://schemas.microsoft.com/office/drawing/2014/main" id="{21FD9B98-C028-4C54-B383-C43EFBDE1B4A}"/>
              </a:ext>
            </a:extLst>
          </p:cNvPr>
          <p:cNvSpPr>
            <a:spLocks xmlns:a="http://schemas.openxmlformats.org/drawingml/2006/main" noGrp="1"/>
          </p:cNvSpPr>
          <p:nvPr/>
        </p:nvSpPr>
        <p:spPr>
          <a:xfrm xmlns:a="http://schemas.openxmlformats.org/drawingml/2006/main">
            <a:off x="723900" y="2981325"/>
            <a:ext cx="10668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0">
                <a:solidFill>
                  <a:srgbClr val="153C4D"/>
                </a:solidFill>
                <a:latin typeface="Calibri"/>
                <a:ea typeface="Calibri"/>
                <a:cs typeface="Calibri"/>
              </a:defRPr>
            </a:defPPr>
            <a:lvl1pPr>
              <a:defRPr sz="2100" b="0">
                <a:solidFill>
                  <a:srgbClr val="153C4D"/>
                </a:solidFill>
                <a:latin typeface="Calibri"/>
                <a:ea typeface="Calibri"/>
                <a:cs typeface="Calibri"/>
              </a:defRPr>
            </a:lvl1pPr>
            <a:lvl2pPr>
              <a:defRPr sz="2100" b="0">
                <a:solidFill>
                  <a:srgbClr val="153C4D"/>
                </a:solidFill>
                <a:latin typeface="Calibri"/>
                <a:ea typeface="Calibri"/>
                <a:cs typeface="Calibri"/>
              </a:defRPr>
            </a:lvl2pPr>
            <a:lvl3pPr>
              <a:defRPr sz="2100" b="0">
                <a:solidFill>
                  <a:srgbClr val="153C4D"/>
                </a:solidFill>
                <a:latin typeface="Calibri"/>
                <a:ea typeface="Calibri"/>
                <a:cs typeface="Calibri"/>
              </a:defRPr>
            </a:lvl3pPr>
            <a:lvl4pPr>
              <a:defRPr sz="2100" b="0">
                <a:solidFill>
                  <a:srgbClr val="153C4D"/>
                </a:solidFill>
                <a:latin typeface="Calibri"/>
                <a:ea typeface="Calibri"/>
                <a:cs typeface="Calibri"/>
              </a:defRPr>
            </a:lvl4pPr>
            <a:lvl5pPr>
              <a:defRPr sz="2100" b="0">
                <a:solidFill>
                  <a:srgbClr val="153C4D"/>
                </a:solidFill>
                <a:latin typeface="Calibri"/>
                <a:ea typeface="Calibri"/>
                <a:cs typeface="Calibri"/>
              </a:defRPr>
            </a:lvl5pPr>
            <a:lvl6pPr>
              <a:defRPr sz="2100" b="0">
                <a:solidFill>
                  <a:srgbClr val="153C4D"/>
                </a:solidFill>
                <a:latin typeface="Calibri"/>
                <a:ea typeface="Calibri"/>
                <a:cs typeface="Calibri"/>
              </a:defRPr>
            </a:lvl6pPr>
            <a:lvl7pPr>
              <a:defRPr sz="2100" b="0">
                <a:solidFill>
                  <a:srgbClr val="153C4D"/>
                </a:solidFill>
                <a:latin typeface="Calibri"/>
                <a:ea typeface="Calibri"/>
                <a:cs typeface="Calibri"/>
              </a:defRPr>
            </a:lvl7pPr>
            <a:lvl8pPr>
              <a:defRPr sz="2100" b="0">
                <a:solidFill>
                  <a:srgbClr val="153C4D"/>
                </a:solidFill>
                <a:latin typeface="Calibri"/>
                <a:ea typeface="Calibri"/>
                <a:cs typeface="Calibri"/>
              </a:defRPr>
            </a:lvl8pPr>
            <a:lvl9pPr>
              <a:defRPr sz="2100" b="0">
                <a:solidFill>
                  <a:srgbClr val="153C4D"/>
                </a:solidFill>
                <a:latin typeface="Calibri"/>
                <a:ea typeface="Calibri"/>
                <a:cs typeface="Calibri"/>
              </a:defRPr>
            </a:lvl9pPr>
          </a:lstStyle>
          <a:p xmlns:a="http://schemas.openxmlformats.org/drawingml/2006/main">
            <a:pPr>
              <a:defRPr sz="2100" b="0">
                <a:solidFill>
                  <a:srgbClr val="153C4D"/>
                </a:solidFill>
                <a:latin typeface="Calibri"/>
                <a:ea typeface="Calibri"/>
                <a:cs typeface="Calibri"/>
              </a:defRPr>
            </a:pPr>
            <a:r>
              <a:rPr sz="2100" b="0">
                <a:solidFill>
                  <a:srgbClr val="153C4D"/>
                </a:solidFill>
                <a:latin typeface="Calibri"/>
                <a:ea typeface="Calibri"/>
                <a:cs typeface="Calibri"/>
              </a:rPr>
              <a:t>Missing column: preserve its value; explicit blank: clear it</a:t>
            </a:r>
          </a:p>
        </p:txBody>
      </p:sp>
      <p:sp>
        <p:nvSpPr>
          <p:cNvPr id="7" name="">
            <a:extLst xmlns:a="http://schemas.openxmlformats.org/drawingml/2006/main">
              <a:ext uri="{FF2B5EF4-FFF2-40B4-BE49-F238E27FC236}">
                <a16:creationId xmlns:a16="http://schemas.microsoft.com/office/drawing/2014/main" id="{31136509-BC81-46E6-B803-53A0C101FB26}"/>
              </a:ext>
            </a:extLst>
          </p:cNvPr>
          <p:cNvSpPr>
            <a:spLocks xmlns:a="http://schemas.openxmlformats.org/drawingml/2006/main" noGrp="1"/>
          </p:cNvSpPr>
          <p:nvPr/>
        </p:nvSpPr>
        <p:spPr>
          <a:xfrm xmlns:a="http://schemas.openxmlformats.org/drawingml/2006/main">
            <a:off x="723900" y="3867150"/>
            <a:ext cx="10668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0">
                <a:solidFill>
                  <a:srgbClr val="153C4D"/>
                </a:solidFill>
                <a:latin typeface="Calibri"/>
                <a:ea typeface="Calibri"/>
                <a:cs typeface="Calibri"/>
              </a:defRPr>
            </a:defPPr>
            <a:lvl1pPr>
              <a:defRPr sz="2100" b="0">
                <a:solidFill>
                  <a:srgbClr val="153C4D"/>
                </a:solidFill>
                <a:latin typeface="Calibri"/>
                <a:ea typeface="Calibri"/>
                <a:cs typeface="Calibri"/>
              </a:defRPr>
            </a:lvl1pPr>
            <a:lvl2pPr>
              <a:defRPr sz="2100" b="0">
                <a:solidFill>
                  <a:srgbClr val="153C4D"/>
                </a:solidFill>
                <a:latin typeface="Calibri"/>
                <a:ea typeface="Calibri"/>
                <a:cs typeface="Calibri"/>
              </a:defRPr>
            </a:lvl2pPr>
            <a:lvl3pPr>
              <a:defRPr sz="2100" b="0">
                <a:solidFill>
                  <a:srgbClr val="153C4D"/>
                </a:solidFill>
                <a:latin typeface="Calibri"/>
                <a:ea typeface="Calibri"/>
                <a:cs typeface="Calibri"/>
              </a:defRPr>
            </a:lvl3pPr>
            <a:lvl4pPr>
              <a:defRPr sz="2100" b="0">
                <a:solidFill>
                  <a:srgbClr val="153C4D"/>
                </a:solidFill>
                <a:latin typeface="Calibri"/>
                <a:ea typeface="Calibri"/>
                <a:cs typeface="Calibri"/>
              </a:defRPr>
            </a:lvl4pPr>
            <a:lvl5pPr>
              <a:defRPr sz="2100" b="0">
                <a:solidFill>
                  <a:srgbClr val="153C4D"/>
                </a:solidFill>
                <a:latin typeface="Calibri"/>
                <a:ea typeface="Calibri"/>
                <a:cs typeface="Calibri"/>
              </a:defRPr>
            </a:lvl5pPr>
            <a:lvl6pPr>
              <a:defRPr sz="2100" b="0">
                <a:solidFill>
                  <a:srgbClr val="153C4D"/>
                </a:solidFill>
                <a:latin typeface="Calibri"/>
                <a:ea typeface="Calibri"/>
                <a:cs typeface="Calibri"/>
              </a:defRPr>
            </a:lvl6pPr>
            <a:lvl7pPr>
              <a:defRPr sz="2100" b="0">
                <a:solidFill>
                  <a:srgbClr val="153C4D"/>
                </a:solidFill>
                <a:latin typeface="Calibri"/>
                <a:ea typeface="Calibri"/>
                <a:cs typeface="Calibri"/>
              </a:defRPr>
            </a:lvl7pPr>
            <a:lvl8pPr>
              <a:defRPr sz="2100" b="0">
                <a:solidFill>
                  <a:srgbClr val="153C4D"/>
                </a:solidFill>
                <a:latin typeface="Calibri"/>
                <a:ea typeface="Calibri"/>
                <a:cs typeface="Calibri"/>
              </a:defRPr>
            </a:lvl8pPr>
            <a:lvl9pPr>
              <a:defRPr sz="2100" b="0">
                <a:solidFill>
                  <a:srgbClr val="153C4D"/>
                </a:solidFill>
                <a:latin typeface="Calibri"/>
                <a:ea typeface="Calibri"/>
                <a:cs typeface="Calibri"/>
              </a:defRPr>
            </a:lvl9pPr>
          </a:lstStyle>
          <a:p xmlns:a="http://schemas.openxmlformats.org/drawingml/2006/main">
            <a:pPr>
              <a:defRPr sz="2100" b="0">
                <a:solidFill>
                  <a:srgbClr val="153C4D"/>
                </a:solidFill>
                <a:latin typeface="Calibri"/>
                <a:ea typeface="Calibri"/>
                <a:cs typeface="Calibri"/>
              </a:defRPr>
            </a:pPr>
            <a:r>
              <a:rPr sz="2100" b="0">
                <a:solidFill>
                  <a:srgbClr val="153C4D"/>
                </a:solidFill>
                <a:latin typeface="Calibri"/>
                <a:ea typeface="Calibri"/>
                <a:cs typeface="Calibri"/>
              </a:rPr>
              <a:t>Final missing ID: delete only after validation and deletion guard</a:t>
            </a:r>
          </a:p>
        </p:txBody>
      </p:sp>
      <p:sp>
        <p:nvSpPr>
          <p:cNvPr id="8" name="">
            <a:extLst xmlns:a="http://schemas.openxmlformats.org/drawingml/2006/main">
              <a:ext uri="{FF2B5EF4-FFF2-40B4-BE49-F238E27FC236}">
                <a16:creationId xmlns:a16="http://schemas.microsoft.com/office/drawing/2014/main" id="{F84840F5-C458-4C00-99B2-25F51176A009}"/>
              </a:ext>
            </a:extLst>
          </p:cNvPr>
          <p:cNvSpPr>
            <a:spLocks xmlns:a="http://schemas.openxmlformats.org/drawingml/2006/main" noGrp="1"/>
          </p:cNvSpPr>
          <p:nvPr/>
        </p:nvSpPr>
        <p:spPr>
          <a:xfrm xmlns:a="http://schemas.openxmlformats.org/drawingml/2006/main">
            <a:off x="723900" y="4752975"/>
            <a:ext cx="10668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0">
                <a:solidFill>
                  <a:srgbClr val="153C4D"/>
                </a:solidFill>
                <a:latin typeface="Calibri"/>
                <a:ea typeface="Calibri"/>
                <a:cs typeface="Calibri"/>
              </a:defRPr>
            </a:defPPr>
            <a:lvl1pPr>
              <a:defRPr sz="2100" b="0">
                <a:solidFill>
                  <a:srgbClr val="153C4D"/>
                </a:solidFill>
                <a:latin typeface="Calibri"/>
                <a:ea typeface="Calibri"/>
                <a:cs typeface="Calibri"/>
              </a:defRPr>
            </a:lvl1pPr>
            <a:lvl2pPr>
              <a:defRPr sz="2100" b="0">
                <a:solidFill>
                  <a:srgbClr val="153C4D"/>
                </a:solidFill>
                <a:latin typeface="Calibri"/>
                <a:ea typeface="Calibri"/>
                <a:cs typeface="Calibri"/>
              </a:defRPr>
            </a:lvl2pPr>
            <a:lvl3pPr>
              <a:defRPr sz="2100" b="0">
                <a:solidFill>
                  <a:srgbClr val="153C4D"/>
                </a:solidFill>
                <a:latin typeface="Calibri"/>
                <a:ea typeface="Calibri"/>
                <a:cs typeface="Calibri"/>
              </a:defRPr>
            </a:lvl3pPr>
            <a:lvl4pPr>
              <a:defRPr sz="2100" b="0">
                <a:solidFill>
                  <a:srgbClr val="153C4D"/>
                </a:solidFill>
                <a:latin typeface="Calibri"/>
                <a:ea typeface="Calibri"/>
                <a:cs typeface="Calibri"/>
              </a:defRPr>
            </a:lvl4pPr>
            <a:lvl5pPr>
              <a:defRPr sz="2100" b="0">
                <a:solidFill>
                  <a:srgbClr val="153C4D"/>
                </a:solidFill>
                <a:latin typeface="Calibri"/>
                <a:ea typeface="Calibri"/>
                <a:cs typeface="Calibri"/>
              </a:defRPr>
            </a:lvl5pPr>
            <a:lvl6pPr>
              <a:defRPr sz="2100" b="0">
                <a:solidFill>
                  <a:srgbClr val="153C4D"/>
                </a:solidFill>
                <a:latin typeface="Calibri"/>
                <a:ea typeface="Calibri"/>
                <a:cs typeface="Calibri"/>
              </a:defRPr>
            </a:lvl6pPr>
            <a:lvl7pPr>
              <a:defRPr sz="2100" b="0">
                <a:solidFill>
                  <a:srgbClr val="153C4D"/>
                </a:solidFill>
                <a:latin typeface="Calibri"/>
                <a:ea typeface="Calibri"/>
                <a:cs typeface="Calibri"/>
              </a:defRPr>
            </a:lvl7pPr>
            <a:lvl8pPr>
              <a:defRPr sz="2100" b="0">
                <a:solidFill>
                  <a:srgbClr val="153C4D"/>
                </a:solidFill>
                <a:latin typeface="Calibri"/>
                <a:ea typeface="Calibri"/>
                <a:cs typeface="Calibri"/>
              </a:defRPr>
            </a:lvl8pPr>
            <a:lvl9pPr>
              <a:defRPr sz="2100" b="0">
                <a:solidFill>
                  <a:srgbClr val="153C4D"/>
                </a:solidFill>
                <a:latin typeface="Calibri"/>
                <a:ea typeface="Calibri"/>
                <a:cs typeface="Calibri"/>
              </a:defRPr>
            </a:lvl9pPr>
          </a:lstStyle>
          <a:p xmlns:a="http://schemas.openxmlformats.org/drawingml/2006/main">
            <a:pPr>
              <a:defRPr sz="2100" b="0">
                <a:solidFill>
                  <a:srgbClr val="153C4D"/>
                </a:solidFill>
                <a:latin typeface="Calibri"/>
                <a:ea typeface="Calibri"/>
                <a:cs typeface="Calibri"/>
              </a:defRPr>
            </a:pPr>
            <a:r>
              <a:rPr sz="2100" b="0">
                <a:solidFill>
                  <a:srgbClr val="153C4D"/>
                </a:solidFill>
                <a:latin typeface="Calibri"/>
                <a:ea typeface="Calibri"/>
                <a:cs typeface="Calibri"/>
              </a:rPr>
              <a:t>Committed batch checksum: skip on rerun; reject changed input</a:t>
            </a:r>
          </a:p>
        </p:txBody>
      </p:sp>
    </p:spTree>
    <p:extLst>
      <p:ext uri="{BB962C8B-B14F-4D97-AF65-F5344CB8AC3E}">
        <p14:creationId xmlns:p14="http://schemas.microsoft.com/office/powerpoint/2010/main" val="210930970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932775D-041E-4D79-8098-C2C473EC4C21}"/>
              </a:ext>
            </a:extLst>
          </p:cNvPr>
          <p:cNvSpPr>
            <a:spLocks xmlns:a="http://schemas.openxmlformats.org/drawingml/2006/main" noGrp="1"/>
          </p:cNvSpPr>
          <p:nvPr/>
        </p:nvSpPr>
        <p:spPr>
          <a:xfrm xmlns:a="http://schemas.openxmlformats.org/drawingml/2006/main">
            <a:off x="609600" y="457200"/>
            <a:ext cx="109728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225" b="1">
                <a:solidFill>
                  <a:srgbClr val="153C4D"/>
                </a:solidFill>
                <a:latin typeface="Calibri"/>
                <a:ea typeface="Calibri"/>
                <a:cs typeface="Calibri"/>
              </a:defRPr>
            </a:defPPr>
            <a:lvl1pPr>
              <a:defRPr sz="3225" b="1">
                <a:solidFill>
                  <a:srgbClr val="153C4D"/>
                </a:solidFill>
                <a:latin typeface="Calibri"/>
                <a:ea typeface="Calibri"/>
                <a:cs typeface="Calibri"/>
              </a:defRPr>
            </a:lvl1pPr>
            <a:lvl2pPr>
              <a:defRPr sz="3225" b="1">
                <a:solidFill>
                  <a:srgbClr val="153C4D"/>
                </a:solidFill>
                <a:latin typeface="Calibri"/>
                <a:ea typeface="Calibri"/>
                <a:cs typeface="Calibri"/>
              </a:defRPr>
            </a:lvl2pPr>
            <a:lvl3pPr>
              <a:defRPr sz="3225" b="1">
                <a:solidFill>
                  <a:srgbClr val="153C4D"/>
                </a:solidFill>
                <a:latin typeface="Calibri"/>
                <a:ea typeface="Calibri"/>
                <a:cs typeface="Calibri"/>
              </a:defRPr>
            </a:lvl3pPr>
            <a:lvl4pPr>
              <a:defRPr sz="3225" b="1">
                <a:solidFill>
                  <a:srgbClr val="153C4D"/>
                </a:solidFill>
                <a:latin typeface="Calibri"/>
                <a:ea typeface="Calibri"/>
                <a:cs typeface="Calibri"/>
              </a:defRPr>
            </a:lvl4pPr>
            <a:lvl5pPr>
              <a:defRPr sz="3225" b="1">
                <a:solidFill>
                  <a:srgbClr val="153C4D"/>
                </a:solidFill>
                <a:latin typeface="Calibri"/>
                <a:ea typeface="Calibri"/>
                <a:cs typeface="Calibri"/>
              </a:defRPr>
            </a:lvl5pPr>
            <a:lvl6pPr>
              <a:defRPr sz="3225" b="1">
                <a:solidFill>
                  <a:srgbClr val="153C4D"/>
                </a:solidFill>
                <a:latin typeface="Calibri"/>
                <a:ea typeface="Calibri"/>
                <a:cs typeface="Calibri"/>
              </a:defRPr>
            </a:lvl6pPr>
            <a:lvl7pPr>
              <a:defRPr sz="3225" b="1">
                <a:solidFill>
                  <a:srgbClr val="153C4D"/>
                </a:solidFill>
                <a:latin typeface="Calibri"/>
                <a:ea typeface="Calibri"/>
                <a:cs typeface="Calibri"/>
              </a:defRPr>
            </a:lvl7pPr>
            <a:lvl8pPr>
              <a:defRPr sz="3225" b="1">
                <a:solidFill>
                  <a:srgbClr val="153C4D"/>
                </a:solidFill>
                <a:latin typeface="Calibri"/>
                <a:ea typeface="Calibri"/>
                <a:cs typeface="Calibri"/>
              </a:defRPr>
            </a:lvl8pPr>
            <a:lvl9pPr>
              <a:defRPr sz="3225" b="1">
                <a:solidFill>
                  <a:srgbClr val="153C4D"/>
                </a:solidFill>
                <a:latin typeface="Calibri"/>
                <a:ea typeface="Calibri"/>
                <a:cs typeface="Calibri"/>
              </a:defRPr>
            </a:lvl9pPr>
          </a:lstStyle>
          <a:p xmlns:a="http://schemas.openxmlformats.org/drawingml/2006/main">
            <a:pPr>
              <a:defRPr sz="3225" b="1">
                <a:solidFill>
                  <a:srgbClr val="153C4D"/>
                </a:solidFill>
                <a:latin typeface="Calibri"/>
                <a:ea typeface="Calibri"/>
                <a:cs typeface="Calibri"/>
              </a:defRPr>
            </a:pPr>
            <a:r>
              <a:rPr sz="3225" b="1">
                <a:solidFill>
                  <a:srgbClr val="153C4D"/>
                </a:solidFill>
                <a:latin typeface="Calibri"/>
                <a:ea typeface="Calibri"/>
                <a:cs typeface="Calibri"/>
              </a:rPr>
              <a:t>Load reconciliation</a:t>
            </a:r>
          </a:p>
        </p:txBody>
      </p:sp>
      <p:sp>
        <p:nvSpPr>
          <p:cNvPr id="2" name="">
            <a:extLst xmlns:a="http://schemas.openxmlformats.org/drawingml/2006/main">
              <a:ext uri="{FF2B5EF4-FFF2-40B4-BE49-F238E27FC236}">
                <a16:creationId xmlns:a16="http://schemas.microsoft.com/office/drawing/2014/main" id="{0F36461C-AFB5-4980-BCB3-2C7E9B4C388A}"/>
              </a:ext>
            </a:extLst>
          </p:cNvPr>
          <p:cNvSpPr>
            <a:spLocks xmlns:a="http://schemas.openxmlformats.org/drawingml/2006/main" noGrp="1"/>
          </p:cNvSpPr>
          <p:nvPr/>
        </p:nvSpPr>
        <p:spPr>
          <a:xfrm xmlns:a="http://schemas.openxmlformats.org/drawingml/2006/main">
            <a:off x="609600" y="1323975"/>
            <a:ext cx="109728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0">
                <a:solidFill>
                  <a:srgbClr val="465866"/>
                </a:solidFill>
                <a:latin typeface="Calibri"/>
                <a:ea typeface="Calibri"/>
                <a:cs typeface="Calibri"/>
              </a:defRPr>
            </a:defPPr>
            <a:lvl1pPr>
              <a:defRPr sz="1725" b="0">
                <a:solidFill>
                  <a:srgbClr val="465866"/>
                </a:solidFill>
                <a:latin typeface="Calibri"/>
                <a:ea typeface="Calibri"/>
                <a:cs typeface="Calibri"/>
              </a:defRPr>
            </a:lvl1pPr>
            <a:lvl2pPr>
              <a:defRPr sz="1725" b="0">
                <a:solidFill>
                  <a:srgbClr val="465866"/>
                </a:solidFill>
                <a:latin typeface="Calibri"/>
                <a:ea typeface="Calibri"/>
                <a:cs typeface="Calibri"/>
              </a:defRPr>
            </a:lvl2pPr>
            <a:lvl3pPr>
              <a:defRPr sz="1725" b="0">
                <a:solidFill>
                  <a:srgbClr val="465866"/>
                </a:solidFill>
                <a:latin typeface="Calibri"/>
                <a:ea typeface="Calibri"/>
                <a:cs typeface="Calibri"/>
              </a:defRPr>
            </a:lvl3pPr>
            <a:lvl4pPr>
              <a:defRPr sz="1725" b="0">
                <a:solidFill>
                  <a:srgbClr val="465866"/>
                </a:solidFill>
                <a:latin typeface="Calibri"/>
                <a:ea typeface="Calibri"/>
                <a:cs typeface="Calibri"/>
              </a:defRPr>
            </a:lvl4pPr>
            <a:lvl5pPr>
              <a:defRPr sz="1725" b="0">
                <a:solidFill>
                  <a:srgbClr val="465866"/>
                </a:solidFill>
                <a:latin typeface="Calibri"/>
                <a:ea typeface="Calibri"/>
                <a:cs typeface="Calibri"/>
              </a:defRPr>
            </a:lvl5pPr>
            <a:lvl6pPr>
              <a:defRPr sz="1725" b="0">
                <a:solidFill>
                  <a:srgbClr val="465866"/>
                </a:solidFill>
                <a:latin typeface="Calibri"/>
                <a:ea typeface="Calibri"/>
                <a:cs typeface="Calibri"/>
              </a:defRPr>
            </a:lvl6pPr>
            <a:lvl7pPr>
              <a:defRPr sz="1725" b="0">
                <a:solidFill>
                  <a:srgbClr val="465866"/>
                </a:solidFill>
                <a:latin typeface="Calibri"/>
                <a:ea typeface="Calibri"/>
                <a:cs typeface="Calibri"/>
              </a:defRPr>
            </a:lvl7pPr>
            <a:lvl8pPr>
              <a:defRPr sz="1725" b="0">
                <a:solidFill>
                  <a:srgbClr val="465866"/>
                </a:solidFill>
                <a:latin typeface="Calibri"/>
                <a:ea typeface="Calibri"/>
                <a:cs typeface="Calibri"/>
              </a:defRPr>
            </a:lvl8pPr>
            <a:lvl9pPr>
              <a:defRPr sz="1725" b="0">
                <a:solidFill>
                  <a:srgbClr val="465866"/>
                </a:solidFill>
                <a:latin typeface="Calibri"/>
                <a:ea typeface="Calibri"/>
                <a:cs typeface="Calibri"/>
              </a:defRPr>
            </a:lvl9pPr>
          </a:lstStyle>
          <a:p xmlns:a="http://schemas.openxmlformats.org/drawingml/2006/main">
            <a:pPr>
              <a:defRPr sz="1725" b="0">
                <a:solidFill>
                  <a:srgbClr val="465866"/>
                </a:solidFill>
                <a:latin typeface="Calibri"/>
                <a:ea typeface="Calibri"/>
                <a:cs typeface="Calibri"/>
              </a:defRPr>
            </a:pPr>
            <a:r>
              <a:rPr sz="1725" b="0">
                <a:solidFill>
                  <a:srgbClr val="465866"/>
                </a:solidFill>
                <a:latin typeface="Calibri"/>
                <a:ea typeface="Calibri"/>
                <a:cs typeface="Calibri"/>
              </a:rPr>
              <a:t>22,655 + 2,903 − 40 = 25,518</a:t>
            </a:r>
          </a:p>
        </p:txBody>
      </p:sp>
      <p:sp>
        <p:nvSpPr>
          <p:cNvPr id="3" name="">
            <a:extLst xmlns:a="http://schemas.openxmlformats.org/drawingml/2006/main">
              <a:ext uri="{FF2B5EF4-FFF2-40B4-BE49-F238E27FC236}">
                <a16:creationId xmlns:a16="http://schemas.microsoft.com/office/drawing/2014/main" id="{FBAE8668-6EA6-4779-8CBF-8269F986D8CA}"/>
              </a:ext>
            </a:extLst>
          </p:cNvPr>
          <p:cNvSpPr>
            <a:spLocks xmlns:a="http://schemas.openxmlformats.org/drawingml/2006/main" noGrp="1"/>
          </p:cNvSpPr>
          <p:nvPr/>
        </p:nvSpPr>
        <p:spPr>
          <a:xfrm xmlns:a="http://schemas.openxmlformats.org/drawingml/2006/main">
            <a:off x="609600" y="6400800"/>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465866"/>
                </a:solidFill>
                <a:latin typeface="Calibri"/>
                <a:ea typeface="Calibri"/>
                <a:cs typeface="Calibri"/>
              </a:defRPr>
            </a:defPPr>
            <a:lvl1pPr>
              <a:defRPr sz="1125" b="0">
                <a:solidFill>
                  <a:srgbClr val="465866"/>
                </a:solidFill>
                <a:latin typeface="Calibri"/>
                <a:ea typeface="Calibri"/>
                <a:cs typeface="Calibri"/>
              </a:defRPr>
            </a:lvl1pPr>
            <a:lvl2pPr>
              <a:defRPr sz="1125" b="0">
                <a:solidFill>
                  <a:srgbClr val="465866"/>
                </a:solidFill>
                <a:latin typeface="Calibri"/>
                <a:ea typeface="Calibri"/>
                <a:cs typeface="Calibri"/>
              </a:defRPr>
            </a:lvl2pPr>
            <a:lvl3pPr>
              <a:defRPr sz="1125" b="0">
                <a:solidFill>
                  <a:srgbClr val="465866"/>
                </a:solidFill>
                <a:latin typeface="Calibri"/>
                <a:ea typeface="Calibri"/>
                <a:cs typeface="Calibri"/>
              </a:defRPr>
            </a:lvl3pPr>
            <a:lvl4pPr>
              <a:defRPr sz="1125" b="0">
                <a:solidFill>
                  <a:srgbClr val="465866"/>
                </a:solidFill>
                <a:latin typeface="Calibri"/>
                <a:ea typeface="Calibri"/>
                <a:cs typeface="Calibri"/>
              </a:defRPr>
            </a:lvl4pPr>
            <a:lvl5pPr>
              <a:defRPr sz="1125" b="0">
                <a:solidFill>
                  <a:srgbClr val="465866"/>
                </a:solidFill>
                <a:latin typeface="Calibri"/>
                <a:ea typeface="Calibri"/>
                <a:cs typeface="Calibri"/>
              </a:defRPr>
            </a:lvl5pPr>
            <a:lvl6pPr>
              <a:defRPr sz="1125" b="0">
                <a:solidFill>
                  <a:srgbClr val="465866"/>
                </a:solidFill>
                <a:latin typeface="Calibri"/>
                <a:ea typeface="Calibri"/>
                <a:cs typeface="Calibri"/>
              </a:defRPr>
            </a:lvl6pPr>
            <a:lvl7pPr>
              <a:defRPr sz="1125" b="0">
                <a:solidFill>
                  <a:srgbClr val="465866"/>
                </a:solidFill>
                <a:latin typeface="Calibri"/>
                <a:ea typeface="Calibri"/>
                <a:cs typeface="Calibri"/>
              </a:defRPr>
            </a:lvl7pPr>
            <a:lvl8pPr>
              <a:defRPr sz="1125" b="0">
                <a:solidFill>
                  <a:srgbClr val="465866"/>
                </a:solidFill>
                <a:latin typeface="Calibri"/>
                <a:ea typeface="Calibri"/>
                <a:cs typeface="Calibri"/>
              </a:defRPr>
            </a:lvl8pPr>
            <a:lvl9pPr>
              <a:defRPr sz="1125" b="0">
                <a:solidFill>
                  <a:srgbClr val="465866"/>
                </a:solidFill>
                <a:latin typeface="Calibri"/>
                <a:ea typeface="Calibri"/>
                <a:cs typeface="Calibri"/>
              </a:defRPr>
            </a:lvl9pPr>
          </a:lstStyle>
          <a:p xmlns:a="http://schemas.openxmlformats.org/drawingml/2006/main">
            <a:pPr>
              <a:defRPr sz="1125" b="0">
                <a:solidFill>
                  <a:srgbClr val="465866"/>
                </a:solidFill>
                <a:latin typeface="Calibri"/>
                <a:ea typeface="Calibri"/>
                <a:cs typeface="Calibri"/>
              </a:defRPr>
            </a:pPr>
            <a:r>
              <a:rPr sz="1125" b="0">
                <a:solidFill>
                  <a:srgbClr val="465866"/>
                </a:solidFill>
                <a:latin typeface="Calibri"/>
                <a:ea typeface="Calibri"/>
                <a:cs typeface="Calibri"/>
              </a:rPr>
              <a:t>SAROJ BHANDARI   /   BIRD STRIKES ASSESSMENT</a:t>
            </a:r>
          </a:p>
        </p:txBody>
      </p:sp>
      <p:sp>
        <p:nvSpPr>
          <p:cNvPr id="4" name="">
            <a:extLst xmlns:a="http://schemas.openxmlformats.org/drawingml/2006/main">
              <a:ext uri="{FF2B5EF4-FFF2-40B4-BE49-F238E27FC236}">
                <a16:creationId xmlns:a16="http://schemas.microsoft.com/office/drawing/2014/main" id="{DCF203BF-C147-4925-84D9-C71A800CFA0D}"/>
              </a:ext>
            </a:extLst>
          </p:cNvPr>
          <p:cNvSpPr>
            <a:spLocks xmlns:a="http://schemas.openxmlformats.org/drawingml/2006/main" noGrp="1"/>
          </p:cNvSpPr>
          <p:nvPr/>
        </p:nvSpPr>
        <p:spPr>
          <a:xfrm xmlns:a="http://schemas.openxmlformats.org/drawingml/2006/main">
            <a:off x="11334750" y="64008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465866"/>
                </a:solidFill>
                <a:latin typeface="Calibri"/>
                <a:ea typeface="Calibri"/>
                <a:cs typeface="Calibri"/>
              </a:defRPr>
            </a:defPPr>
            <a:lvl1pPr>
              <a:defRPr sz="1125" b="0">
                <a:solidFill>
                  <a:srgbClr val="465866"/>
                </a:solidFill>
                <a:latin typeface="Calibri"/>
                <a:ea typeface="Calibri"/>
                <a:cs typeface="Calibri"/>
              </a:defRPr>
            </a:lvl1pPr>
            <a:lvl2pPr>
              <a:defRPr sz="1125" b="0">
                <a:solidFill>
                  <a:srgbClr val="465866"/>
                </a:solidFill>
                <a:latin typeface="Calibri"/>
                <a:ea typeface="Calibri"/>
                <a:cs typeface="Calibri"/>
              </a:defRPr>
            </a:lvl2pPr>
            <a:lvl3pPr>
              <a:defRPr sz="1125" b="0">
                <a:solidFill>
                  <a:srgbClr val="465866"/>
                </a:solidFill>
                <a:latin typeface="Calibri"/>
                <a:ea typeface="Calibri"/>
                <a:cs typeface="Calibri"/>
              </a:defRPr>
            </a:lvl3pPr>
            <a:lvl4pPr>
              <a:defRPr sz="1125" b="0">
                <a:solidFill>
                  <a:srgbClr val="465866"/>
                </a:solidFill>
                <a:latin typeface="Calibri"/>
                <a:ea typeface="Calibri"/>
                <a:cs typeface="Calibri"/>
              </a:defRPr>
            </a:lvl4pPr>
            <a:lvl5pPr>
              <a:defRPr sz="1125" b="0">
                <a:solidFill>
                  <a:srgbClr val="465866"/>
                </a:solidFill>
                <a:latin typeface="Calibri"/>
                <a:ea typeface="Calibri"/>
                <a:cs typeface="Calibri"/>
              </a:defRPr>
            </a:lvl5pPr>
            <a:lvl6pPr>
              <a:defRPr sz="1125" b="0">
                <a:solidFill>
                  <a:srgbClr val="465866"/>
                </a:solidFill>
                <a:latin typeface="Calibri"/>
                <a:ea typeface="Calibri"/>
                <a:cs typeface="Calibri"/>
              </a:defRPr>
            </a:lvl6pPr>
            <a:lvl7pPr>
              <a:defRPr sz="1125" b="0">
                <a:solidFill>
                  <a:srgbClr val="465866"/>
                </a:solidFill>
                <a:latin typeface="Calibri"/>
                <a:ea typeface="Calibri"/>
                <a:cs typeface="Calibri"/>
              </a:defRPr>
            </a:lvl7pPr>
            <a:lvl8pPr>
              <a:defRPr sz="1125" b="0">
                <a:solidFill>
                  <a:srgbClr val="465866"/>
                </a:solidFill>
                <a:latin typeface="Calibri"/>
                <a:ea typeface="Calibri"/>
                <a:cs typeface="Calibri"/>
              </a:defRPr>
            </a:lvl8pPr>
            <a:lvl9pPr>
              <a:defRPr sz="1125" b="0">
                <a:solidFill>
                  <a:srgbClr val="465866"/>
                </a:solidFill>
                <a:latin typeface="Calibri"/>
                <a:ea typeface="Calibri"/>
                <a:cs typeface="Calibri"/>
              </a:defRPr>
            </a:lvl9pPr>
          </a:lstStyle>
          <a:p xmlns:a="http://schemas.openxmlformats.org/drawingml/2006/main">
            <a:pPr>
              <a:defRPr sz="1125" b="0">
                <a:solidFill>
                  <a:srgbClr val="465866"/>
                </a:solidFill>
                <a:latin typeface="Calibri"/>
                <a:ea typeface="Calibri"/>
                <a:cs typeface="Calibri"/>
              </a:defRPr>
            </a:pPr>
            <a:r>
              <a:rPr sz="1125" b="0">
                <a:solidFill>
                  <a:srgbClr val="465866"/>
                </a:solidFill>
                <a:latin typeface="Calibri"/>
                <a:ea typeface="Calibri"/>
                <a:cs typeface="Calibri"/>
              </a:rPr>
              <a:t>4</a:t>
            </a:r>
          </a:p>
        </p:txBody>
      </p:sp>
      <p:graphicFrame>
        <p:nvGraphicFramePr>
          <p:cNvPr id="5" name="">
            <a:extLst xmlns:a="http://schemas.openxmlformats.org/drawingml/2006/main">
              <a:ext uri="{FF2B5EF4-FFF2-40B4-BE49-F238E27FC236}">
                <a16:creationId xmlns:a16="http://schemas.microsoft.com/office/drawing/2014/main" id="{2A6D6C90-55B2-4F8D-A95D-8E1DC83C8E7C}"/>
              </a:ext>
            </a:extLst>
          </p:cNvPr>
          <p:cNvGraphicFramePr/>
          <p:nvPr/>
        </p:nvGraphicFramePr>
        <p:xfrm>
          <a:off xmlns:a="http://schemas.openxmlformats.org/drawingml/2006/main" x="609600" y="2124075"/>
          <a:ext xmlns:a="http://schemas.openxmlformats.org/drawingml/2006/main" cx="10972800" cy="2857500"/>
        </p:xfrm>
        <a:graphic xmlns:a="http://schemas.openxmlformats.org/drawingml/2006/main">
          <a:graphicData uri="http://schemas.openxmlformats.org/drawingml/2006/table">
            <a:tbl>
              <a:tblPr/>
              <a:tblGrid>
                <a:gridCol w="1828800"/>
                <a:gridCol w="1828800"/>
                <a:gridCol w="1828800"/>
                <a:gridCol w="1828800"/>
                <a:gridCol w="1828800"/>
                <a:gridCol w="1828800"/>
              </a:tblGrid>
              <a:tr h="476250">
                <a:tc>
                  <a:txBody>
                    <a:bodyPr/>
                    <a:lstStyle/>
                    <a:p>
                      <a:r>
                        <a:rPr sz="1800" b="1">
                          <a:solidFill>
                            <a:srgbClr val="FFFFFF"/>
                          </a:solidFill>
                          <a:latin typeface="Calibri"/>
                          <a:ea typeface="Calibri"/>
                          <a:cs typeface="Calibri"/>
                        </a:rPr>
                        <a:t>Batch</a:t>
                      </a:r>
                    </a:p>
                  </a:txBody>
                  <a:tcPr marL="91440" marR="91440" marT="45720" marB="45720">
                    <a:lnL w="9525">
                      <a:solidFill>
                        <a:srgbClr val="D9E2E7"/>
                      </a:solidFill>
                      <a:prstDash val="solid"/>
                    </a:lnL>
                    <a:lnR w="9525">
                      <a:solidFill>
                        <a:srgbClr val="D9E2E7"/>
                      </a:solidFill>
                      <a:prstDash val="solid"/>
                    </a:lnR>
                    <a:lnT w="9525">
                      <a:solidFill>
                        <a:srgbClr val="D9E2E7"/>
                      </a:solidFill>
                      <a:prstDash val="solid"/>
                    </a:lnT>
                    <a:lnB w="9525">
                      <a:solidFill>
                        <a:srgbClr val="D9E2E7"/>
                      </a:solidFill>
                      <a:prstDash val="solid"/>
                    </a:lnB>
                    <a:solidFill>
                      <a:srgbClr val="153C4D"/>
                    </a:solidFill>
                  </a:tcPr>
                </a:tc>
                <a:tc>
                  <a:txBody>
                    <a:bodyPr/>
                    <a:lstStyle/>
                    <a:p>
                      <a:r>
                        <a:rPr sz="1800" b="1">
                          <a:solidFill>
                            <a:srgbClr val="FFFFFF"/>
                          </a:solidFill>
                          <a:latin typeface="Calibri"/>
                          <a:ea typeface="Calibri"/>
                          <a:cs typeface="Calibri"/>
                        </a:rPr>
                        <a:t>Valid</a:t>
                      </a:r>
                    </a:p>
                  </a:txBody>
                  <a:tcPr marL="91440" marR="91440" marT="45720" marB="45720">
                    <a:lnR w="9525">
                      <a:solidFill>
                        <a:srgbClr val="D9E2E7"/>
                      </a:solidFill>
                      <a:prstDash val="solid"/>
                    </a:lnR>
                    <a:lnT w="9525">
                      <a:solidFill>
                        <a:srgbClr val="D9E2E7"/>
                      </a:solidFill>
                      <a:prstDash val="solid"/>
                    </a:lnT>
                    <a:lnB w="9525">
                      <a:solidFill>
                        <a:srgbClr val="D9E2E7"/>
                      </a:solidFill>
                      <a:prstDash val="solid"/>
                    </a:lnB>
                    <a:solidFill>
                      <a:srgbClr val="153C4D"/>
                    </a:solidFill>
                  </a:tcPr>
                </a:tc>
                <a:tc>
                  <a:txBody>
                    <a:bodyPr/>
                    <a:lstStyle/>
                    <a:p>
                      <a:r>
                        <a:rPr sz="1800" b="1">
                          <a:solidFill>
                            <a:srgbClr val="FFFFFF"/>
                          </a:solidFill>
                          <a:latin typeface="Calibri"/>
                          <a:ea typeface="Calibri"/>
                          <a:cs typeface="Calibri"/>
                        </a:rPr>
                        <a:t>Insert</a:t>
                      </a:r>
                    </a:p>
                  </a:txBody>
                  <a:tcPr marL="91440" marR="91440" marT="45720" marB="45720">
                    <a:lnR w="9525">
                      <a:solidFill>
                        <a:srgbClr val="D9E2E7"/>
                      </a:solidFill>
                      <a:prstDash val="solid"/>
                    </a:lnR>
                    <a:lnT w="9525">
                      <a:solidFill>
                        <a:srgbClr val="D9E2E7"/>
                      </a:solidFill>
                      <a:prstDash val="solid"/>
                    </a:lnT>
                    <a:lnB w="9525">
                      <a:solidFill>
                        <a:srgbClr val="D9E2E7"/>
                      </a:solidFill>
                      <a:prstDash val="solid"/>
                    </a:lnB>
                    <a:solidFill>
                      <a:srgbClr val="153C4D"/>
                    </a:solidFill>
                  </a:tcPr>
                </a:tc>
                <a:tc>
                  <a:txBody>
                    <a:bodyPr/>
                    <a:lstStyle/>
                    <a:p>
                      <a:r>
                        <a:rPr sz="1800" b="1">
                          <a:solidFill>
                            <a:srgbClr val="FFFFFF"/>
                          </a:solidFill>
                          <a:latin typeface="Calibri"/>
                          <a:ea typeface="Calibri"/>
                          <a:cs typeface="Calibri"/>
                        </a:rPr>
                        <a:t>Update</a:t>
                      </a:r>
                    </a:p>
                  </a:txBody>
                  <a:tcPr marL="91440" marR="91440" marT="45720" marB="45720">
                    <a:lnR w="9525">
                      <a:solidFill>
                        <a:srgbClr val="D9E2E7"/>
                      </a:solidFill>
                      <a:prstDash val="solid"/>
                    </a:lnR>
                    <a:lnT w="9525">
                      <a:solidFill>
                        <a:srgbClr val="D9E2E7"/>
                      </a:solidFill>
                      <a:prstDash val="solid"/>
                    </a:lnT>
                    <a:lnB w="9525">
                      <a:solidFill>
                        <a:srgbClr val="D9E2E7"/>
                      </a:solidFill>
                      <a:prstDash val="solid"/>
                    </a:lnB>
                    <a:solidFill>
                      <a:srgbClr val="153C4D"/>
                    </a:solidFill>
                  </a:tcPr>
                </a:tc>
                <a:tc>
                  <a:txBody>
                    <a:bodyPr/>
                    <a:lstStyle/>
                    <a:p>
                      <a:r>
                        <a:rPr sz="1800" b="1">
                          <a:solidFill>
                            <a:srgbClr val="FFFFFF"/>
                          </a:solidFill>
                          <a:latin typeface="Calibri"/>
                          <a:ea typeface="Calibri"/>
                          <a:cs typeface="Calibri"/>
                        </a:rPr>
                        <a:t>Delete</a:t>
                      </a:r>
                    </a:p>
                  </a:txBody>
                  <a:tcPr marL="91440" marR="91440" marT="45720" marB="45720">
                    <a:lnR w="9525">
                      <a:solidFill>
                        <a:srgbClr val="D9E2E7"/>
                      </a:solidFill>
                      <a:prstDash val="solid"/>
                    </a:lnR>
                    <a:lnT w="9525">
                      <a:solidFill>
                        <a:srgbClr val="D9E2E7"/>
                      </a:solidFill>
                      <a:prstDash val="solid"/>
                    </a:lnT>
                    <a:lnB w="9525">
                      <a:solidFill>
                        <a:srgbClr val="D9E2E7"/>
                      </a:solidFill>
                      <a:prstDash val="solid"/>
                    </a:lnB>
                    <a:solidFill>
                      <a:srgbClr val="153C4D"/>
                    </a:solidFill>
                  </a:tcPr>
                </a:tc>
                <a:tc>
                  <a:txBody>
                    <a:bodyPr/>
                    <a:lstStyle/>
                    <a:p>
                      <a:r>
                        <a:rPr sz="1800" b="1">
                          <a:solidFill>
                            <a:srgbClr val="FFFFFF"/>
                          </a:solidFill>
                          <a:latin typeface="Calibri"/>
                          <a:ea typeface="Calibri"/>
                          <a:cs typeface="Calibri"/>
                        </a:rPr>
                        <a:t>Current</a:t>
                      </a:r>
                    </a:p>
                  </a:txBody>
                  <a:tcPr marL="91440" marR="91440" marT="45720" marB="45720">
                    <a:lnR w="9525">
                      <a:solidFill>
                        <a:srgbClr val="D9E2E7"/>
                      </a:solidFill>
                      <a:prstDash val="solid"/>
                    </a:lnR>
                    <a:lnT w="9525">
                      <a:solidFill>
                        <a:srgbClr val="D9E2E7"/>
                      </a:solidFill>
                      <a:prstDash val="solid"/>
                    </a:lnT>
                    <a:lnB w="9525">
                      <a:solidFill>
                        <a:srgbClr val="D9E2E7"/>
                      </a:solidFill>
                      <a:prstDash val="solid"/>
                    </a:lnB>
                    <a:solidFill>
                      <a:srgbClr val="153C4D"/>
                    </a:solidFill>
                  </a:tcPr>
                </a:tc>
              </a:tr>
              <a:tr h="476250">
                <a:tc>
                  <a:txBody>
                    <a:bodyPr/>
                    <a:lstStyle/>
                    <a:p>
                      <a:r>
                        <a:rPr sz="1800" b="0">
                          <a:solidFill>
                            <a:srgbClr val="153C4D"/>
                          </a:solidFill>
                          <a:latin typeface="Calibri"/>
                          <a:ea typeface="Calibri"/>
                          <a:cs typeface="Calibri"/>
                        </a:rPr>
                        <a:t>Base</a:t>
                      </a:r>
                    </a:p>
                  </a:txBody>
                  <a:tcPr marL="91440" marR="91440" marT="45720" marB="45720">
                    <a:lnL w="9525">
                      <a:solidFill>
                        <a:srgbClr val="D9E2E7"/>
                      </a:solidFill>
                      <a:prstDash val="solid"/>
                    </a:lnL>
                    <a:lnR w="9525">
                      <a:solidFill>
                        <a:srgbClr val="D9E2E7"/>
                      </a:solidFill>
                      <a:prstDash val="solid"/>
                    </a:lnR>
                    <a:lnB w="9525">
                      <a:solidFill>
                        <a:srgbClr val="D9E2E7"/>
                      </a:solidFill>
                      <a:prstDash val="solid"/>
                    </a:lnB>
                    <a:solidFill>
                      <a:srgbClr val="F0F5F7"/>
                    </a:solidFill>
                  </a:tcPr>
                </a:tc>
                <a:tc>
                  <a:txBody>
                    <a:bodyPr/>
                    <a:lstStyle/>
                    <a:p>
                      <a:r>
                        <a:rPr sz="1800" b="0">
                          <a:solidFill>
                            <a:srgbClr val="153C4D"/>
                          </a:solidFill>
                          <a:latin typeface="Calibri"/>
                          <a:ea typeface="Calibri"/>
                          <a:cs typeface="Calibri"/>
                        </a:rPr>
                        <a:t>13,206</a:t>
                      </a:r>
                    </a:p>
                  </a:txBody>
                  <a:tcPr marL="91440" marR="91440" marT="45720" marB="45720">
                    <a:lnR w="9525">
                      <a:solidFill>
                        <a:srgbClr val="D9E2E7"/>
                      </a:solidFill>
                      <a:prstDash val="solid"/>
                    </a:lnR>
                    <a:lnB w="9525">
                      <a:solidFill>
                        <a:srgbClr val="D9E2E7"/>
                      </a:solidFill>
                      <a:prstDash val="solid"/>
                    </a:lnB>
                    <a:solidFill>
                      <a:srgbClr val="F0F5F7"/>
                    </a:solidFill>
                  </a:tcPr>
                </a:tc>
                <a:tc>
                  <a:txBody>
                    <a:bodyPr/>
                    <a:lstStyle/>
                    <a:p>
                      <a:r>
                        <a:rPr sz="1800" b="0">
                          <a:solidFill>
                            <a:srgbClr val="153C4D"/>
                          </a:solidFill>
                          <a:latin typeface="Calibri"/>
                          <a:ea typeface="Calibri"/>
                          <a:cs typeface="Calibri"/>
                        </a:rPr>
                        <a:t>13,206</a:t>
                      </a:r>
                    </a:p>
                  </a:txBody>
                  <a:tcPr marL="91440" marR="91440" marT="45720" marB="45720">
                    <a:lnR w="9525">
                      <a:solidFill>
                        <a:srgbClr val="D9E2E7"/>
                      </a:solidFill>
                      <a:prstDash val="solid"/>
                    </a:lnR>
                    <a:lnB w="9525">
                      <a:solidFill>
                        <a:srgbClr val="D9E2E7"/>
                      </a:solidFill>
                      <a:prstDash val="solid"/>
                    </a:lnB>
                    <a:solidFill>
                      <a:srgbClr val="F0F5F7"/>
                    </a:solidFill>
                  </a:tcPr>
                </a:tc>
                <a:tc>
                  <a:txBody>
                    <a:bodyPr/>
                    <a:lstStyle/>
                    <a:p>
                      <a:r>
                        <a:rPr sz="1800" b="0">
                          <a:solidFill>
                            <a:srgbClr val="153C4D"/>
                          </a:solidFill>
                          <a:latin typeface="Calibri"/>
                          <a:ea typeface="Calibri"/>
                          <a:cs typeface="Calibri"/>
                        </a:rPr>
                        <a:t>0</a:t>
                      </a:r>
                    </a:p>
                  </a:txBody>
                  <a:tcPr marL="91440" marR="91440" marT="45720" marB="45720">
                    <a:lnR w="9525">
                      <a:solidFill>
                        <a:srgbClr val="D9E2E7"/>
                      </a:solidFill>
                      <a:prstDash val="solid"/>
                    </a:lnR>
                    <a:lnB w="9525">
                      <a:solidFill>
                        <a:srgbClr val="D9E2E7"/>
                      </a:solidFill>
                      <a:prstDash val="solid"/>
                    </a:lnB>
                    <a:solidFill>
                      <a:srgbClr val="F0F5F7"/>
                    </a:solidFill>
                  </a:tcPr>
                </a:tc>
                <a:tc>
                  <a:txBody>
                    <a:bodyPr/>
                    <a:lstStyle/>
                    <a:p>
                      <a:r>
                        <a:rPr sz="1800" b="0">
                          <a:solidFill>
                            <a:srgbClr val="153C4D"/>
                          </a:solidFill>
                          <a:latin typeface="Calibri"/>
                          <a:ea typeface="Calibri"/>
                          <a:cs typeface="Calibri"/>
                        </a:rPr>
                        <a:t>0</a:t>
                      </a:r>
                    </a:p>
                  </a:txBody>
                  <a:tcPr marL="91440" marR="91440" marT="45720" marB="45720">
                    <a:lnR w="9525">
                      <a:solidFill>
                        <a:srgbClr val="D9E2E7"/>
                      </a:solidFill>
                      <a:prstDash val="solid"/>
                    </a:lnR>
                    <a:lnB w="9525">
                      <a:solidFill>
                        <a:srgbClr val="D9E2E7"/>
                      </a:solidFill>
                      <a:prstDash val="solid"/>
                    </a:lnB>
                    <a:solidFill>
                      <a:srgbClr val="F0F5F7"/>
                    </a:solidFill>
                  </a:tcPr>
                </a:tc>
                <a:tc>
                  <a:txBody>
                    <a:bodyPr/>
                    <a:lstStyle/>
                    <a:p>
                      <a:r>
                        <a:rPr sz="1800" b="0">
                          <a:solidFill>
                            <a:srgbClr val="153C4D"/>
                          </a:solidFill>
                          <a:latin typeface="Calibri"/>
                          <a:ea typeface="Calibri"/>
                          <a:cs typeface="Calibri"/>
                        </a:rPr>
                        <a:t>13,206</a:t>
                      </a:r>
                    </a:p>
                  </a:txBody>
                  <a:tcPr marL="91440" marR="91440" marT="45720" marB="45720">
                    <a:lnR w="9525">
                      <a:solidFill>
                        <a:srgbClr val="D9E2E7"/>
                      </a:solidFill>
                      <a:prstDash val="solid"/>
                    </a:lnR>
                    <a:lnB w="9525">
                      <a:solidFill>
                        <a:srgbClr val="D9E2E7"/>
                      </a:solidFill>
                      <a:prstDash val="solid"/>
                    </a:lnB>
                    <a:solidFill>
                      <a:srgbClr val="F0F5F7"/>
                    </a:solidFill>
                  </a:tcPr>
                </a:tc>
              </a:tr>
              <a:tr h="476250">
                <a:tc>
                  <a:txBody>
                    <a:bodyPr/>
                    <a:lstStyle/>
                    <a:p>
                      <a:r>
                        <a:rPr sz="1800" b="0">
                          <a:solidFill>
                            <a:srgbClr val="153C4D"/>
                          </a:solidFill>
                          <a:latin typeface="Calibri"/>
                          <a:ea typeface="Calibri"/>
                          <a:cs typeface="Calibri"/>
                        </a:rPr>
                        <a:t>Day 1</a:t>
                      </a:r>
                    </a:p>
                  </a:txBody>
                  <a:tcPr marL="91440" marR="91440" marT="45720" marB="45720">
                    <a:lnL w="9525">
                      <a:solidFill>
                        <a:srgbClr val="D9E2E7"/>
                      </a:solidFill>
                      <a:prstDash val="solid"/>
                    </a:lnL>
                    <a:lnR w="9525">
                      <a:solidFill>
                        <a:srgbClr val="D9E2E7"/>
                      </a:solidFill>
                      <a:prstDash val="solid"/>
                    </a:lnR>
                    <a:lnB w="9525">
                      <a:solidFill>
                        <a:srgbClr val="D9E2E7"/>
                      </a:solidFill>
                      <a:prstDash val="solid"/>
                    </a:lnB>
                    <a:solidFill>
                      <a:srgbClr val="FFFFFF"/>
                    </a:solidFill>
                  </a:tcPr>
                </a:tc>
                <a:tc>
                  <a:txBody>
                    <a:bodyPr/>
                    <a:lstStyle/>
                    <a:p>
                      <a:r>
                        <a:rPr sz="1800" b="0">
                          <a:solidFill>
                            <a:srgbClr val="153C4D"/>
                          </a:solidFill>
                          <a:latin typeface="Calibri"/>
                          <a:ea typeface="Calibri"/>
                          <a:cs typeface="Calibri"/>
                        </a:rPr>
                        <a:t>4,608</a:t>
                      </a:r>
                    </a:p>
                  </a:txBody>
                  <a:tcPr marL="91440" marR="91440" marT="45720" marB="45720">
                    <a:lnR w="9525">
                      <a:solidFill>
                        <a:srgbClr val="D9E2E7"/>
                      </a:solidFill>
                      <a:prstDash val="solid"/>
                    </a:lnR>
                    <a:lnB w="9525">
                      <a:solidFill>
                        <a:srgbClr val="D9E2E7"/>
                      </a:solidFill>
                      <a:prstDash val="solid"/>
                    </a:lnB>
                    <a:solidFill>
                      <a:srgbClr val="FFFFFF"/>
                    </a:solidFill>
                  </a:tcPr>
                </a:tc>
                <a:tc>
                  <a:txBody>
                    <a:bodyPr/>
                    <a:lstStyle/>
                    <a:p>
                      <a:r>
                        <a:rPr sz="1800" b="0">
                          <a:solidFill>
                            <a:srgbClr val="153C4D"/>
                          </a:solidFill>
                          <a:latin typeface="Calibri"/>
                          <a:ea typeface="Calibri"/>
                          <a:cs typeface="Calibri"/>
                        </a:rPr>
                        <a:t>4,605</a:t>
                      </a:r>
                    </a:p>
                  </a:txBody>
                  <a:tcPr marL="91440" marR="91440" marT="45720" marB="45720">
                    <a:lnR w="9525">
                      <a:solidFill>
                        <a:srgbClr val="D9E2E7"/>
                      </a:solidFill>
                      <a:prstDash val="solid"/>
                    </a:lnR>
                    <a:lnB w="9525">
                      <a:solidFill>
                        <a:srgbClr val="D9E2E7"/>
                      </a:solidFill>
                      <a:prstDash val="solid"/>
                    </a:lnB>
                    <a:solidFill>
                      <a:srgbClr val="FFFFFF"/>
                    </a:solidFill>
                  </a:tcPr>
                </a:tc>
                <a:tc>
                  <a:txBody>
                    <a:bodyPr/>
                    <a:lstStyle/>
                    <a:p>
                      <a:r>
                        <a:rPr sz="1800" b="0">
                          <a:solidFill>
                            <a:srgbClr val="153C4D"/>
                          </a:solidFill>
                          <a:latin typeface="Calibri"/>
                          <a:ea typeface="Calibri"/>
                          <a:cs typeface="Calibri"/>
                        </a:rPr>
                        <a:t>3</a:t>
                      </a:r>
                    </a:p>
                  </a:txBody>
                  <a:tcPr marL="91440" marR="91440" marT="45720" marB="45720">
                    <a:lnR w="9525">
                      <a:solidFill>
                        <a:srgbClr val="D9E2E7"/>
                      </a:solidFill>
                      <a:prstDash val="solid"/>
                    </a:lnR>
                    <a:lnB w="9525">
                      <a:solidFill>
                        <a:srgbClr val="D9E2E7"/>
                      </a:solidFill>
                      <a:prstDash val="solid"/>
                    </a:lnB>
                    <a:solidFill>
                      <a:srgbClr val="FFFFFF"/>
                    </a:solidFill>
                  </a:tcPr>
                </a:tc>
                <a:tc>
                  <a:txBody>
                    <a:bodyPr/>
                    <a:lstStyle/>
                    <a:p>
                      <a:r>
                        <a:rPr sz="1800" b="0">
                          <a:solidFill>
                            <a:srgbClr val="153C4D"/>
                          </a:solidFill>
                          <a:latin typeface="Calibri"/>
                          <a:ea typeface="Calibri"/>
                          <a:cs typeface="Calibri"/>
                        </a:rPr>
                        <a:t>0</a:t>
                      </a:r>
                    </a:p>
                  </a:txBody>
                  <a:tcPr marL="91440" marR="91440" marT="45720" marB="45720">
                    <a:lnR w="9525">
                      <a:solidFill>
                        <a:srgbClr val="D9E2E7"/>
                      </a:solidFill>
                      <a:prstDash val="solid"/>
                    </a:lnR>
                    <a:lnB w="9525">
                      <a:solidFill>
                        <a:srgbClr val="D9E2E7"/>
                      </a:solidFill>
                      <a:prstDash val="solid"/>
                    </a:lnB>
                    <a:solidFill>
                      <a:srgbClr val="FFFFFF"/>
                    </a:solidFill>
                  </a:tcPr>
                </a:tc>
                <a:tc>
                  <a:txBody>
                    <a:bodyPr/>
                    <a:lstStyle/>
                    <a:p>
                      <a:r>
                        <a:rPr sz="1800" b="0">
                          <a:solidFill>
                            <a:srgbClr val="153C4D"/>
                          </a:solidFill>
                          <a:latin typeface="Calibri"/>
                          <a:ea typeface="Calibri"/>
                          <a:cs typeface="Calibri"/>
                        </a:rPr>
                        <a:t>17,811</a:t>
                      </a:r>
                    </a:p>
                  </a:txBody>
                  <a:tcPr marL="91440" marR="91440" marT="45720" marB="45720">
                    <a:lnR w="9525">
                      <a:solidFill>
                        <a:srgbClr val="D9E2E7"/>
                      </a:solidFill>
                      <a:prstDash val="solid"/>
                    </a:lnR>
                    <a:lnB w="9525">
                      <a:solidFill>
                        <a:srgbClr val="D9E2E7"/>
                      </a:solidFill>
                      <a:prstDash val="solid"/>
                    </a:lnB>
                    <a:solidFill>
                      <a:srgbClr val="FFFFFF"/>
                    </a:solidFill>
                  </a:tcPr>
                </a:tc>
              </a:tr>
              <a:tr h="476250">
                <a:tc>
                  <a:txBody>
                    <a:bodyPr/>
                    <a:lstStyle/>
                    <a:p>
                      <a:r>
                        <a:rPr sz="1800" b="0">
                          <a:solidFill>
                            <a:srgbClr val="153C4D"/>
                          </a:solidFill>
                          <a:latin typeface="Calibri"/>
                          <a:ea typeface="Calibri"/>
                          <a:cs typeface="Calibri"/>
                        </a:rPr>
                        <a:t>Day 2</a:t>
                      </a:r>
                    </a:p>
                  </a:txBody>
                  <a:tcPr marL="91440" marR="91440" marT="45720" marB="45720">
                    <a:lnL w="9525">
                      <a:solidFill>
                        <a:srgbClr val="D9E2E7"/>
                      </a:solidFill>
                      <a:prstDash val="solid"/>
                    </a:lnL>
                    <a:lnR w="9525">
                      <a:solidFill>
                        <a:srgbClr val="D9E2E7"/>
                      </a:solidFill>
                      <a:prstDash val="solid"/>
                    </a:lnR>
                    <a:lnB w="9525">
                      <a:solidFill>
                        <a:srgbClr val="D9E2E7"/>
                      </a:solidFill>
                      <a:prstDash val="solid"/>
                    </a:lnB>
                    <a:solidFill>
                      <a:srgbClr val="F0F5F7"/>
                    </a:solidFill>
                  </a:tcPr>
                </a:tc>
                <a:tc>
                  <a:txBody>
                    <a:bodyPr/>
                    <a:lstStyle/>
                    <a:p>
                      <a:r>
                        <a:rPr sz="1800" b="0">
                          <a:solidFill>
                            <a:srgbClr val="153C4D"/>
                          </a:solidFill>
                          <a:latin typeface="Calibri"/>
                          <a:ea typeface="Calibri"/>
                          <a:cs typeface="Calibri"/>
                        </a:rPr>
                        <a:t>3,299</a:t>
                      </a:r>
                    </a:p>
                  </a:txBody>
                  <a:tcPr marL="91440" marR="91440" marT="45720" marB="45720">
                    <a:lnR w="9525">
                      <a:solidFill>
                        <a:srgbClr val="D9E2E7"/>
                      </a:solidFill>
                      <a:prstDash val="solid"/>
                    </a:lnR>
                    <a:lnB w="9525">
                      <a:solidFill>
                        <a:srgbClr val="D9E2E7"/>
                      </a:solidFill>
                      <a:prstDash val="solid"/>
                    </a:lnB>
                    <a:solidFill>
                      <a:srgbClr val="F0F5F7"/>
                    </a:solidFill>
                  </a:tcPr>
                </a:tc>
                <a:tc>
                  <a:txBody>
                    <a:bodyPr/>
                    <a:lstStyle/>
                    <a:p>
                      <a:r>
                        <a:rPr sz="1800" b="0">
                          <a:solidFill>
                            <a:srgbClr val="153C4D"/>
                          </a:solidFill>
                          <a:latin typeface="Calibri"/>
                          <a:ea typeface="Calibri"/>
                          <a:cs typeface="Calibri"/>
                        </a:rPr>
                        <a:t>3,197</a:t>
                      </a:r>
                    </a:p>
                  </a:txBody>
                  <a:tcPr marL="91440" marR="91440" marT="45720" marB="45720">
                    <a:lnR w="9525">
                      <a:solidFill>
                        <a:srgbClr val="D9E2E7"/>
                      </a:solidFill>
                      <a:prstDash val="solid"/>
                    </a:lnR>
                    <a:lnB w="9525">
                      <a:solidFill>
                        <a:srgbClr val="D9E2E7"/>
                      </a:solidFill>
                      <a:prstDash val="solid"/>
                    </a:lnB>
                    <a:solidFill>
                      <a:srgbClr val="F0F5F7"/>
                    </a:solidFill>
                  </a:tcPr>
                </a:tc>
                <a:tc>
                  <a:txBody>
                    <a:bodyPr/>
                    <a:lstStyle/>
                    <a:p>
                      <a:r>
                        <a:rPr sz="1800" b="0">
                          <a:solidFill>
                            <a:srgbClr val="153C4D"/>
                          </a:solidFill>
                          <a:latin typeface="Calibri"/>
                          <a:ea typeface="Calibri"/>
                          <a:cs typeface="Calibri"/>
                        </a:rPr>
                        <a:t>0</a:t>
                      </a:r>
                    </a:p>
                  </a:txBody>
                  <a:tcPr marL="91440" marR="91440" marT="45720" marB="45720">
                    <a:lnR w="9525">
                      <a:solidFill>
                        <a:srgbClr val="D9E2E7"/>
                      </a:solidFill>
                      <a:prstDash val="solid"/>
                    </a:lnR>
                    <a:lnB w="9525">
                      <a:solidFill>
                        <a:srgbClr val="D9E2E7"/>
                      </a:solidFill>
                      <a:prstDash val="solid"/>
                    </a:lnB>
                    <a:solidFill>
                      <a:srgbClr val="F0F5F7"/>
                    </a:solidFill>
                  </a:tcPr>
                </a:tc>
                <a:tc>
                  <a:txBody>
                    <a:bodyPr/>
                    <a:lstStyle/>
                    <a:p>
                      <a:r>
                        <a:rPr sz="1800" b="0">
                          <a:solidFill>
                            <a:srgbClr val="153C4D"/>
                          </a:solidFill>
                          <a:latin typeface="Calibri"/>
                          <a:ea typeface="Calibri"/>
                          <a:cs typeface="Calibri"/>
                        </a:rPr>
                        <a:t>0</a:t>
                      </a:r>
                    </a:p>
                  </a:txBody>
                  <a:tcPr marL="91440" marR="91440" marT="45720" marB="45720">
                    <a:lnR w="9525">
                      <a:solidFill>
                        <a:srgbClr val="D9E2E7"/>
                      </a:solidFill>
                      <a:prstDash val="solid"/>
                    </a:lnR>
                    <a:lnB w="9525">
                      <a:solidFill>
                        <a:srgbClr val="D9E2E7"/>
                      </a:solidFill>
                      <a:prstDash val="solid"/>
                    </a:lnB>
                    <a:solidFill>
                      <a:srgbClr val="F0F5F7"/>
                    </a:solidFill>
                  </a:tcPr>
                </a:tc>
                <a:tc>
                  <a:txBody>
                    <a:bodyPr/>
                    <a:lstStyle/>
                    <a:p>
                      <a:r>
                        <a:rPr sz="1800" b="0">
                          <a:solidFill>
                            <a:srgbClr val="153C4D"/>
                          </a:solidFill>
                          <a:latin typeface="Calibri"/>
                          <a:ea typeface="Calibri"/>
                          <a:cs typeface="Calibri"/>
                        </a:rPr>
                        <a:t>21,008</a:t>
                      </a:r>
                    </a:p>
                  </a:txBody>
                  <a:tcPr marL="91440" marR="91440" marT="45720" marB="45720">
                    <a:lnR w="9525">
                      <a:solidFill>
                        <a:srgbClr val="D9E2E7"/>
                      </a:solidFill>
                      <a:prstDash val="solid"/>
                    </a:lnR>
                    <a:lnB w="9525">
                      <a:solidFill>
                        <a:srgbClr val="D9E2E7"/>
                      </a:solidFill>
                      <a:prstDash val="solid"/>
                    </a:lnB>
                    <a:solidFill>
                      <a:srgbClr val="F0F5F7"/>
                    </a:solidFill>
                  </a:tcPr>
                </a:tc>
              </a:tr>
              <a:tr h="476250">
                <a:tc>
                  <a:txBody>
                    <a:bodyPr/>
                    <a:lstStyle/>
                    <a:p>
                      <a:r>
                        <a:rPr sz="1800" b="0">
                          <a:solidFill>
                            <a:srgbClr val="153C4D"/>
                          </a:solidFill>
                          <a:latin typeface="Calibri"/>
                          <a:ea typeface="Calibri"/>
                          <a:cs typeface="Calibri"/>
                        </a:rPr>
                        <a:t>Day 3</a:t>
                      </a:r>
                    </a:p>
                  </a:txBody>
                  <a:tcPr marL="91440" marR="91440" marT="45720" marB="45720">
                    <a:lnL w="9525">
                      <a:solidFill>
                        <a:srgbClr val="D9E2E7"/>
                      </a:solidFill>
                      <a:prstDash val="solid"/>
                    </a:lnL>
                    <a:lnR w="9525">
                      <a:solidFill>
                        <a:srgbClr val="D9E2E7"/>
                      </a:solidFill>
                      <a:prstDash val="solid"/>
                    </a:lnR>
                    <a:lnB w="9525">
                      <a:solidFill>
                        <a:srgbClr val="D9E2E7"/>
                      </a:solidFill>
                      <a:prstDash val="solid"/>
                    </a:lnB>
                    <a:solidFill>
                      <a:srgbClr val="FFFFFF"/>
                    </a:solidFill>
                  </a:tcPr>
                </a:tc>
                <a:tc>
                  <a:txBody>
                    <a:bodyPr/>
                    <a:lstStyle/>
                    <a:p>
                      <a:r>
                        <a:rPr sz="1800" b="0">
                          <a:solidFill>
                            <a:srgbClr val="153C4D"/>
                          </a:solidFill>
                          <a:latin typeface="Calibri"/>
                          <a:ea typeface="Calibri"/>
                          <a:cs typeface="Calibri"/>
                        </a:rPr>
                        <a:t>1,817</a:t>
                      </a:r>
                    </a:p>
                  </a:txBody>
                  <a:tcPr marL="91440" marR="91440" marT="45720" marB="45720">
                    <a:lnR w="9525">
                      <a:solidFill>
                        <a:srgbClr val="D9E2E7"/>
                      </a:solidFill>
                      <a:prstDash val="solid"/>
                    </a:lnR>
                    <a:lnB w="9525">
                      <a:solidFill>
                        <a:srgbClr val="D9E2E7"/>
                      </a:solidFill>
                      <a:prstDash val="solid"/>
                    </a:lnB>
                    <a:solidFill>
                      <a:srgbClr val="FFFFFF"/>
                    </a:solidFill>
                  </a:tcPr>
                </a:tc>
                <a:tc>
                  <a:txBody>
                    <a:bodyPr/>
                    <a:lstStyle/>
                    <a:p>
                      <a:r>
                        <a:rPr sz="1800" b="0">
                          <a:solidFill>
                            <a:srgbClr val="153C4D"/>
                          </a:solidFill>
                          <a:latin typeface="Calibri"/>
                          <a:ea typeface="Calibri"/>
                          <a:cs typeface="Calibri"/>
                        </a:rPr>
                        <a:t>1,647</a:t>
                      </a:r>
                    </a:p>
                  </a:txBody>
                  <a:tcPr marL="91440" marR="91440" marT="45720" marB="45720">
                    <a:lnR w="9525">
                      <a:solidFill>
                        <a:srgbClr val="D9E2E7"/>
                      </a:solidFill>
                      <a:prstDash val="solid"/>
                    </a:lnR>
                    <a:lnB w="9525">
                      <a:solidFill>
                        <a:srgbClr val="D9E2E7"/>
                      </a:solidFill>
                      <a:prstDash val="solid"/>
                    </a:lnB>
                    <a:solidFill>
                      <a:srgbClr val="FFFFFF"/>
                    </a:solidFill>
                  </a:tcPr>
                </a:tc>
                <a:tc>
                  <a:txBody>
                    <a:bodyPr/>
                    <a:lstStyle/>
                    <a:p>
                      <a:r>
                        <a:rPr sz="1800" b="0">
                          <a:solidFill>
                            <a:srgbClr val="153C4D"/>
                          </a:solidFill>
                          <a:latin typeface="Calibri"/>
                          <a:ea typeface="Calibri"/>
                          <a:cs typeface="Calibri"/>
                        </a:rPr>
                        <a:t>170</a:t>
                      </a:r>
                    </a:p>
                  </a:txBody>
                  <a:tcPr marL="91440" marR="91440" marT="45720" marB="45720">
                    <a:lnR w="9525">
                      <a:solidFill>
                        <a:srgbClr val="D9E2E7"/>
                      </a:solidFill>
                      <a:prstDash val="solid"/>
                    </a:lnR>
                    <a:lnB w="9525">
                      <a:solidFill>
                        <a:srgbClr val="D9E2E7"/>
                      </a:solidFill>
                      <a:prstDash val="solid"/>
                    </a:lnB>
                    <a:solidFill>
                      <a:srgbClr val="FFFFFF"/>
                    </a:solidFill>
                  </a:tcPr>
                </a:tc>
                <a:tc>
                  <a:txBody>
                    <a:bodyPr/>
                    <a:lstStyle/>
                    <a:p>
                      <a:r>
                        <a:rPr sz="1800" b="0">
                          <a:solidFill>
                            <a:srgbClr val="153C4D"/>
                          </a:solidFill>
                          <a:latin typeface="Calibri"/>
                          <a:ea typeface="Calibri"/>
                          <a:cs typeface="Calibri"/>
                        </a:rPr>
                        <a:t>0</a:t>
                      </a:r>
                    </a:p>
                  </a:txBody>
                  <a:tcPr marL="91440" marR="91440" marT="45720" marB="45720">
                    <a:lnR w="9525">
                      <a:solidFill>
                        <a:srgbClr val="D9E2E7"/>
                      </a:solidFill>
                      <a:prstDash val="solid"/>
                    </a:lnR>
                    <a:lnB w="9525">
                      <a:solidFill>
                        <a:srgbClr val="D9E2E7"/>
                      </a:solidFill>
                      <a:prstDash val="solid"/>
                    </a:lnB>
                    <a:solidFill>
                      <a:srgbClr val="FFFFFF"/>
                    </a:solidFill>
                  </a:tcPr>
                </a:tc>
                <a:tc>
                  <a:txBody>
                    <a:bodyPr/>
                    <a:lstStyle/>
                    <a:p>
                      <a:r>
                        <a:rPr sz="1800" b="0">
                          <a:solidFill>
                            <a:srgbClr val="153C4D"/>
                          </a:solidFill>
                          <a:latin typeface="Calibri"/>
                          <a:ea typeface="Calibri"/>
                          <a:cs typeface="Calibri"/>
                        </a:rPr>
                        <a:t>22,655</a:t>
                      </a:r>
                    </a:p>
                  </a:txBody>
                  <a:tcPr marL="91440" marR="91440" marT="45720" marB="45720">
                    <a:lnR w="9525">
                      <a:solidFill>
                        <a:srgbClr val="D9E2E7"/>
                      </a:solidFill>
                      <a:prstDash val="solid"/>
                    </a:lnR>
                    <a:lnB w="9525">
                      <a:solidFill>
                        <a:srgbClr val="D9E2E7"/>
                      </a:solidFill>
                      <a:prstDash val="solid"/>
                    </a:lnB>
                    <a:solidFill>
                      <a:srgbClr val="FFFFFF"/>
                    </a:solidFill>
                  </a:tcPr>
                </a:tc>
              </a:tr>
              <a:tr h="476250">
                <a:tc>
                  <a:txBody>
                    <a:bodyPr/>
                    <a:lstStyle/>
                    <a:p>
                      <a:r>
                        <a:rPr sz="1800" b="0">
                          <a:solidFill>
                            <a:srgbClr val="153C4D"/>
                          </a:solidFill>
                          <a:latin typeface="Calibri"/>
                          <a:ea typeface="Calibri"/>
                          <a:cs typeface="Calibri"/>
                        </a:rPr>
                        <a:t>Final</a:t>
                      </a:r>
                    </a:p>
                  </a:txBody>
                  <a:tcPr marL="91440" marR="91440" marT="45720" marB="45720">
                    <a:lnL w="9525">
                      <a:solidFill>
                        <a:srgbClr val="D9E2E7"/>
                      </a:solidFill>
                      <a:prstDash val="solid"/>
                    </a:lnL>
                    <a:lnR w="9525">
                      <a:solidFill>
                        <a:srgbClr val="D9E2E7"/>
                      </a:solidFill>
                      <a:prstDash val="solid"/>
                    </a:lnR>
                    <a:lnB w="9525">
                      <a:solidFill>
                        <a:srgbClr val="D9E2E7"/>
                      </a:solidFill>
                      <a:prstDash val="solid"/>
                    </a:lnB>
                    <a:solidFill>
                      <a:srgbClr val="F0F5F7"/>
                    </a:solidFill>
                  </a:tcPr>
                </a:tc>
                <a:tc>
                  <a:txBody>
                    <a:bodyPr/>
                    <a:lstStyle/>
                    <a:p>
                      <a:r>
                        <a:rPr sz="1800" b="0">
                          <a:solidFill>
                            <a:srgbClr val="153C4D"/>
                          </a:solidFill>
                          <a:latin typeface="Calibri"/>
                          <a:ea typeface="Calibri"/>
                          <a:cs typeface="Calibri"/>
                        </a:rPr>
                        <a:t>25,518</a:t>
                      </a:r>
                    </a:p>
                  </a:txBody>
                  <a:tcPr marL="91440" marR="91440" marT="45720" marB="45720">
                    <a:lnR w="9525">
                      <a:solidFill>
                        <a:srgbClr val="D9E2E7"/>
                      </a:solidFill>
                      <a:prstDash val="solid"/>
                    </a:lnR>
                    <a:lnB w="9525">
                      <a:solidFill>
                        <a:srgbClr val="D9E2E7"/>
                      </a:solidFill>
                      <a:prstDash val="solid"/>
                    </a:lnB>
                    <a:solidFill>
                      <a:srgbClr val="F0F5F7"/>
                    </a:solidFill>
                  </a:tcPr>
                </a:tc>
                <a:tc>
                  <a:txBody>
                    <a:bodyPr/>
                    <a:lstStyle/>
                    <a:p>
                      <a:r>
                        <a:rPr sz="1800" b="0">
                          <a:solidFill>
                            <a:srgbClr val="153C4D"/>
                          </a:solidFill>
                          <a:latin typeface="Calibri"/>
                          <a:ea typeface="Calibri"/>
                          <a:cs typeface="Calibri"/>
                        </a:rPr>
                        <a:t>2,903</a:t>
                      </a:r>
                    </a:p>
                  </a:txBody>
                  <a:tcPr marL="91440" marR="91440" marT="45720" marB="45720">
                    <a:lnR w="9525">
                      <a:solidFill>
                        <a:srgbClr val="D9E2E7"/>
                      </a:solidFill>
                      <a:prstDash val="solid"/>
                    </a:lnR>
                    <a:lnB w="9525">
                      <a:solidFill>
                        <a:srgbClr val="D9E2E7"/>
                      </a:solidFill>
                      <a:prstDash val="solid"/>
                    </a:lnB>
                    <a:solidFill>
                      <a:srgbClr val="F0F5F7"/>
                    </a:solidFill>
                  </a:tcPr>
                </a:tc>
                <a:tc>
                  <a:txBody>
                    <a:bodyPr/>
                    <a:lstStyle/>
                    <a:p>
                      <a:r>
                        <a:rPr sz="1800" b="0">
                          <a:solidFill>
                            <a:srgbClr val="153C4D"/>
                          </a:solidFill>
                          <a:latin typeface="Calibri"/>
                          <a:ea typeface="Calibri"/>
                          <a:cs typeface="Calibri"/>
                        </a:rPr>
                        <a:t>22,615</a:t>
                      </a:r>
                    </a:p>
                  </a:txBody>
                  <a:tcPr marL="91440" marR="91440" marT="45720" marB="45720">
                    <a:lnR w="9525">
                      <a:solidFill>
                        <a:srgbClr val="D9E2E7"/>
                      </a:solidFill>
                      <a:prstDash val="solid"/>
                    </a:lnR>
                    <a:lnB w="9525">
                      <a:solidFill>
                        <a:srgbClr val="D9E2E7"/>
                      </a:solidFill>
                      <a:prstDash val="solid"/>
                    </a:lnB>
                    <a:solidFill>
                      <a:srgbClr val="F0F5F7"/>
                    </a:solidFill>
                  </a:tcPr>
                </a:tc>
                <a:tc>
                  <a:txBody>
                    <a:bodyPr/>
                    <a:lstStyle/>
                    <a:p>
                      <a:r>
                        <a:rPr sz="1800" b="0">
                          <a:solidFill>
                            <a:srgbClr val="153C4D"/>
                          </a:solidFill>
                          <a:latin typeface="Calibri"/>
                          <a:ea typeface="Calibri"/>
                          <a:cs typeface="Calibri"/>
                        </a:rPr>
                        <a:t>40</a:t>
                      </a:r>
                    </a:p>
                  </a:txBody>
                  <a:tcPr marL="91440" marR="91440" marT="45720" marB="45720">
                    <a:lnR w="9525">
                      <a:solidFill>
                        <a:srgbClr val="D9E2E7"/>
                      </a:solidFill>
                      <a:prstDash val="solid"/>
                    </a:lnR>
                    <a:lnB w="9525">
                      <a:solidFill>
                        <a:srgbClr val="D9E2E7"/>
                      </a:solidFill>
                      <a:prstDash val="solid"/>
                    </a:lnB>
                    <a:solidFill>
                      <a:srgbClr val="F0F5F7"/>
                    </a:solidFill>
                  </a:tcPr>
                </a:tc>
                <a:tc>
                  <a:txBody>
                    <a:bodyPr/>
                    <a:lstStyle/>
                    <a:p>
                      <a:r>
                        <a:rPr sz="1800" b="0">
                          <a:solidFill>
                            <a:srgbClr val="153C4D"/>
                          </a:solidFill>
                          <a:latin typeface="Calibri"/>
                          <a:ea typeface="Calibri"/>
                          <a:cs typeface="Calibri"/>
                        </a:rPr>
                        <a:t>25,518</a:t>
                      </a:r>
                    </a:p>
                  </a:txBody>
                  <a:tcPr marL="91440" marR="91440" marT="45720" marB="45720">
                    <a:lnR w="9525">
                      <a:solidFill>
                        <a:srgbClr val="D9E2E7"/>
                      </a:solidFill>
                      <a:prstDash val="solid"/>
                    </a:lnR>
                    <a:lnB w="9525">
                      <a:solidFill>
                        <a:srgbClr val="D9E2E7"/>
                      </a:solidFill>
                      <a:prstDash val="solid"/>
                    </a:lnB>
                    <a:solidFill>
                      <a:srgbClr val="F0F5F7"/>
                    </a:solidFill>
                  </a:tcPr>
                </a:tc>
              </a:tr>
            </a:tbl>
          </a:graphicData>
        </a:graphic>
      </p:graphicFrame>
      <p:sp>
        <p:nvSpPr>
          <p:cNvPr id="6" name="">
            <a:extLst xmlns:a="http://schemas.openxmlformats.org/drawingml/2006/main">
              <a:ext uri="{FF2B5EF4-FFF2-40B4-BE49-F238E27FC236}">
                <a16:creationId xmlns:a16="http://schemas.microsoft.com/office/drawing/2014/main" id="{FBF7CB3F-3104-4987-A920-72245FE7C251}"/>
              </a:ext>
            </a:extLst>
          </p:cNvPr>
          <p:cNvSpPr>
            <a:spLocks xmlns:a="http://schemas.openxmlformats.org/drawingml/2006/main" noGrp="1"/>
          </p:cNvSpPr>
          <p:nvPr/>
        </p:nvSpPr>
        <p:spPr>
          <a:xfrm xmlns:a="http://schemas.openxmlformats.org/drawingml/2006/main">
            <a:off x="609600" y="5286375"/>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0">
                <a:solidFill>
                  <a:srgbClr val="465866"/>
                </a:solidFill>
                <a:latin typeface="Calibri"/>
                <a:ea typeface="Calibri"/>
                <a:cs typeface="Calibri"/>
              </a:defRPr>
            </a:defPPr>
            <a:lvl1pPr>
              <a:defRPr sz="1875" b="0">
                <a:solidFill>
                  <a:srgbClr val="465866"/>
                </a:solidFill>
                <a:latin typeface="Calibri"/>
                <a:ea typeface="Calibri"/>
                <a:cs typeface="Calibri"/>
              </a:defRPr>
            </a:lvl1pPr>
            <a:lvl2pPr>
              <a:defRPr sz="1875" b="0">
                <a:solidFill>
                  <a:srgbClr val="465866"/>
                </a:solidFill>
                <a:latin typeface="Calibri"/>
                <a:ea typeface="Calibri"/>
                <a:cs typeface="Calibri"/>
              </a:defRPr>
            </a:lvl2pPr>
            <a:lvl3pPr>
              <a:defRPr sz="1875" b="0">
                <a:solidFill>
                  <a:srgbClr val="465866"/>
                </a:solidFill>
                <a:latin typeface="Calibri"/>
                <a:ea typeface="Calibri"/>
                <a:cs typeface="Calibri"/>
              </a:defRPr>
            </a:lvl3pPr>
            <a:lvl4pPr>
              <a:defRPr sz="1875" b="0">
                <a:solidFill>
                  <a:srgbClr val="465866"/>
                </a:solidFill>
                <a:latin typeface="Calibri"/>
                <a:ea typeface="Calibri"/>
                <a:cs typeface="Calibri"/>
              </a:defRPr>
            </a:lvl4pPr>
            <a:lvl5pPr>
              <a:defRPr sz="1875" b="0">
                <a:solidFill>
                  <a:srgbClr val="465866"/>
                </a:solidFill>
                <a:latin typeface="Calibri"/>
                <a:ea typeface="Calibri"/>
                <a:cs typeface="Calibri"/>
              </a:defRPr>
            </a:lvl5pPr>
            <a:lvl6pPr>
              <a:defRPr sz="1875" b="0">
                <a:solidFill>
                  <a:srgbClr val="465866"/>
                </a:solidFill>
                <a:latin typeface="Calibri"/>
                <a:ea typeface="Calibri"/>
                <a:cs typeface="Calibri"/>
              </a:defRPr>
            </a:lvl6pPr>
            <a:lvl7pPr>
              <a:defRPr sz="1875" b="0">
                <a:solidFill>
                  <a:srgbClr val="465866"/>
                </a:solidFill>
                <a:latin typeface="Calibri"/>
                <a:ea typeface="Calibri"/>
                <a:cs typeface="Calibri"/>
              </a:defRPr>
            </a:lvl7pPr>
            <a:lvl8pPr>
              <a:defRPr sz="1875" b="0">
                <a:solidFill>
                  <a:srgbClr val="465866"/>
                </a:solidFill>
                <a:latin typeface="Calibri"/>
                <a:ea typeface="Calibri"/>
                <a:cs typeface="Calibri"/>
              </a:defRPr>
            </a:lvl8pPr>
            <a:lvl9pPr>
              <a:defRPr sz="1875" b="0">
                <a:solidFill>
                  <a:srgbClr val="465866"/>
                </a:solidFill>
                <a:latin typeface="Calibri"/>
                <a:ea typeface="Calibri"/>
                <a:cs typeface="Calibri"/>
              </a:defRPr>
            </a:lvl9pPr>
          </a:lstStyle>
          <a:p xmlns:a="http://schemas.openxmlformats.org/drawingml/2006/main">
            <a:pPr>
              <a:defRPr sz="1875" b="0">
                <a:solidFill>
                  <a:srgbClr val="465866"/>
                </a:solidFill>
                <a:latin typeface="Calibri"/>
                <a:ea typeface="Calibri"/>
                <a:cs typeface="Calibri"/>
              </a:defRPr>
            </a:pPr>
            <a:r>
              <a:rPr sz="1875" b="0">
                <a:solidFill>
                  <a:srgbClr val="465866"/>
                </a:solidFill>
                <a:latin typeface="Calibri"/>
                <a:ea typeface="Calibri"/>
                <a:cs typeface="Calibri"/>
              </a:rPr>
              <a:t>Final adds the engines column. The 22,615 updates include schema enrichment.</a:t>
            </a:r>
          </a:p>
        </p:txBody>
      </p:sp>
    </p:spTree>
    <p:extLst>
      <p:ext uri="{BB962C8B-B14F-4D97-AF65-F5344CB8AC3E}">
        <p14:creationId xmlns:p14="http://schemas.microsoft.com/office/powerpoint/2010/main" val="4436844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47139F2-ED16-435E-93E1-12C3E7E14283}"/>
              </a:ext>
            </a:extLst>
          </p:cNvPr>
          <p:cNvSpPr>
            <a:spLocks xmlns:a="http://schemas.openxmlformats.org/drawingml/2006/main" noGrp="1"/>
          </p:cNvSpPr>
          <p:nvPr/>
        </p:nvSpPr>
        <p:spPr>
          <a:xfrm xmlns:a="http://schemas.openxmlformats.org/drawingml/2006/main">
            <a:off x="609600" y="457200"/>
            <a:ext cx="109728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225" b="1">
                <a:solidFill>
                  <a:srgbClr val="153C4D"/>
                </a:solidFill>
                <a:latin typeface="Calibri"/>
                <a:ea typeface="Calibri"/>
                <a:cs typeface="Calibri"/>
              </a:defRPr>
            </a:defPPr>
            <a:lvl1pPr>
              <a:defRPr sz="3225" b="1">
                <a:solidFill>
                  <a:srgbClr val="153C4D"/>
                </a:solidFill>
                <a:latin typeface="Calibri"/>
                <a:ea typeface="Calibri"/>
                <a:cs typeface="Calibri"/>
              </a:defRPr>
            </a:lvl1pPr>
            <a:lvl2pPr>
              <a:defRPr sz="3225" b="1">
                <a:solidFill>
                  <a:srgbClr val="153C4D"/>
                </a:solidFill>
                <a:latin typeface="Calibri"/>
                <a:ea typeface="Calibri"/>
                <a:cs typeface="Calibri"/>
              </a:defRPr>
            </a:lvl2pPr>
            <a:lvl3pPr>
              <a:defRPr sz="3225" b="1">
                <a:solidFill>
                  <a:srgbClr val="153C4D"/>
                </a:solidFill>
                <a:latin typeface="Calibri"/>
                <a:ea typeface="Calibri"/>
                <a:cs typeface="Calibri"/>
              </a:defRPr>
            </a:lvl3pPr>
            <a:lvl4pPr>
              <a:defRPr sz="3225" b="1">
                <a:solidFill>
                  <a:srgbClr val="153C4D"/>
                </a:solidFill>
                <a:latin typeface="Calibri"/>
                <a:ea typeface="Calibri"/>
                <a:cs typeface="Calibri"/>
              </a:defRPr>
            </a:lvl4pPr>
            <a:lvl5pPr>
              <a:defRPr sz="3225" b="1">
                <a:solidFill>
                  <a:srgbClr val="153C4D"/>
                </a:solidFill>
                <a:latin typeface="Calibri"/>
                <a:ea typeface="Calibri"/>
                <a:cs typeface="Calibri"/>
              </a:defRPr>
            </a:lvl5pPr>
            <a:lvl6pPr>
              <a:defRPr sz="3225" b="1">
                <a:solidFill>
                  <a:srgbClr val="153C4D"/>
                </a:solidFill>
                <a:latin typeface="Calibri"/>
                <a:ea typeface="Calibri"/>
                <a:cs typeface="Calibri"/>
              </a:defRPr>
            </a:lvl6pPr>
            <a:lvl7pPr>
              <a:defRPr sz="3225" b="1">
                <a:solidFill>
                  <a:srgbClr val="153C4D"/>
                </a:solidFill>
                <a:latin typeface="Calibri"/>
                <a:ea typeface="Calibri"/>
                <a:cs typeface="Calibri"/>
              </a:defRPr>
            </a:lvl7pPr>
            <a:lvl8pPr>
              <a:defRPr sz="3225" b="1">
                <a:solidFill>
                  <a:srgbClr val="153C4D"/>
                </a:solidFill>
                <a:latin typeface="Calibri"/>
                <a:ea typeface="Calibri"/>
                <a:cs typeface="Calibri"/>
              </a:defRPr>
            </a:lvl8pPr>
            <a:lvl9pPr>
              <a:defRPr sz="3225" b="1">
                <a:solidFill>
                  <a:srgbClr val="153C4D"/>
                </a:solidFill>
                <a:latin typeface="Calibri"/>
                <a:ea typeface="Calibri"/>
                <a:cs typeface="Calibri"/>
              </a:defRPr>
            </a:lvl9pPr>
          </a:lstStyle>
          <a:p xmlns:a="http://schemas.openxmlformats.org/drawingml/2006/main">
            <a:pPr>
              <a:defRPr sz="3225" b="1">
                <a:solidFill>
                  <a:srgbClr val="153C4D"/>
                </a:solidFill>
                <a:latin typeface="Calibri"/>
                <a:ea typeface="Calibri"/>
                <a:cs typeface="Calibri"/>
              </a:defRPr>
            </a:pPr>
            <a:r>
              <a:rPr sz="3225" b="1">
                <a:solidFill>
                  <a:srgbClr val="153C4D"/>
                </a:solidFill>
                <a:latin typeface="Calibri"/>
                <a:ea typeface="Calibri"/>
                <a:cs typeface="Calibri"/>
              </a:rPr>
              <a:t>Safeguards and recovery</a:t>
            </a:r>
          </a:p>
        </p:txBody>
      </p:sp>
      <p:sp>
        <p:nvSpPr>
          <p:cNvPr id="2" name="">
            <a:extLst xmlns:a="http://schemas.openxmlformats.org/drawingml/2006/main">
              <a:ext uri="{FF2B5EF4-FFF2-40B4-BE49-F238E27FC236}">
                <a16:creationId xmlns:a16="http://schemas.microsoft.com/office/drawing/2014/main" id="{97926772-3995-429B-8AE5-8A10E01E335F}"/>
              </a:ext>
            </a:extLst>
          </p:cNvPr>
          <p:cNvSpPr>
            <a:spLocks xmlns:a="http://schemas.openxmlformats.org/drawingml/2006/main" noGrp="1"/>
          </p:cNvSpPr>
          <p:nvPr/>
        </p:nvSpPr>
        <p:spPr>
          <a:xfrm xmlns:a="http://schemas.openxmlformats.org/drawingml/2006/main">
            <a:off x="609600" y="1323975"/>
            <a:ext cx="109728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0">
                <a:solidFill>
                  <a:srgbClr val="465866"/>
                </a:solidFill>
                <a:latin typeface="Calibri"/>
                <a:ea typeface="Calibri"/>
                <a:cs typeface="Calibri"/>
              </a:defRPr>
            </a:defPPr>
            <a:lvl1pPr>
              <a:defRPr sz="1725" b="0">
                <a:solidFill>
                  <a:srgbClr val="465866"/>
                </a:solidFill>
                <a:latin typeface="Calibri"/>
                <a:ea typeface="Calibri"/>
                <a:cs typeface="Calibri"/>
              </a:defRPr>
            </a:lvl1pPr>
            <a:lvl2pPr>
              <a:defRPr sz="1725" b="0">
                <a:solidFill>
                  <a:srgbClr val="465866"/>
                </a:solidFill>
                <a:latin typeface="Calibri"/>
                <a:ea typeface="Calibri"/>
                <a:cs typeface="Calibri"/>
              </a:defRPr>
            </a:lvl2pPr>
            <a:lvl3pPr>
              <a:defRPr sz="1725" b="0">
                <a:solidFill>
                  <a:srgbClr val="465866"/>
                </a:solidFill>
                <a:latin typeface="Calibri"/>
                <a:ea typeface="Calibri"/>
                <a:cs typeface="Calibri"/>
              </a:defRPr>
            </a:lvl3pPr>
            <a:lvl4pPr>
              <a:defRPr sz="1725" b="0">
                <a:solidFill>
                  <a:srgbClr val="465866"/>
                </a:solidFill>
                <a:latin typeface="Calibri"/>
                <a:ea typeface="Calibri"/>
                <a:cs typeface="Calibri"/>
              </a:defRPr>
            </a:lvl4pPr>
            <a:lvl5pPr>
              <a:defRPr sz="1725" b="0">
                <a:solidFill>
                  <a:srgbClr val="465866"/>
                </a:solidFill>
                <a:latin typeface="Calibri"/>
                <a:ea typeface="Calibri"/>
                <a:cs typeface="Calibri"/>
              </a:defRPr>
            </a:lvl5pPr>
            <a:lvl6pPr>
              <a:defRPr sz="1725" b="0">
                <a:solidFill>
                  <a:srgbClr val="465866"/>
                </a:solidFill>
                <a:latin typeface="Calibri"/>
                <a:ea typeface="Calibri"/>
                <a:cs typeface="Calibri"/>
              </a:defRPr>
            </a:lvl6pPr>
            <a:lvl7pPr>
              <a:defRPr sz="1725" b="0">
                <a:solidFill>
                  <a:srgbClr val="465866"/>
                </a:solidFill>
                <a:latin typeface="Calibri"/>
                <a:ea typeface="Calibri"/>
                <a:cs typeface="Calibri"/>
              </a:defRPr>
            </a:lvl7pPr>
            <a:lvl8pPr>
              <a:defRPr sz="1725" b="0">
                <a:solidFill>
                  <a:srgbClr val="465866"/>
                </a:solidFill>
                <a:latin typeface="Calibri"/>
                <a:ea typeface="Calibri"/>
                <a:cs typeface="Calibri"/>
              </a:defRPr>
            </a:lvl8pPr>
            <a:lvl9pPr>
              <a:defRPr sz="1725" b="0">
                <a:solidFill>
                  <a:srgbClr val="465866"/>
                </a:solidFill>
                <a:latin typeface="Calibri"/>
                <a:ea typeface="Calibri"/>
                <a:cs typeface="Calibri"/>
              </a:defRPr>
            </a:lvl9pPr>
          </a:lstStyle>
          <a:p xmlns:a="http://schemas.openxmlformats.org/drawingml/2006/main">
            <a:pPr>
              <a:defRPr sz="1725" b="0">
                <a:solidFill>
                  <a:srgbClr val="465866"/>
                </a:solidFill>
                <a:latin typeface="Calibri"/>
                <a:ea typeface="Calibri"/>
                <a:cs typeface="Calibri"/>
              </a:defRPr>
            </a:pPr>
            <a:r>
              <a:rPr sz="1725" b="0">
                <a:solidFill>
                  <a:srgbClr val="465866"/>
                </a:solidFill>
                <a:latin typeface="Calibri"/>
                <a:ea typeface="Calibri"/>
                <a:cs typeface="Calibri"/>
              </a:rPr>
              <a:t>Protect the last successful publication</a:t>
            </a:r>
          </a:p>
        </p:txBody>
      </p:sp>
      <p:sp>
        <p:nvSpPr>
          <p:cNvPr id="3" name="">
            <a:extLst xmlns:a="http://schemas.openxmlformats.org/drawingml/2006/main">
              <a:ext uri="{FF2B5EF4-FFF2-40B4-BE49-F238E27FC236}">
                <a16:creationId xmlns:a16="http://schemas.microsoft.com/office/drawing/2014/main" id="{1FF7F9C7-06A8-4921-A604-DB84A68946D6}"/>
              </a:ext>
            </a:extLst>
          </p:cNvPr>
          <p:cNvSpPr>
            <a:spLocks xmlns:a="http://schemas.openxmlformats.org/drawingml/2006/main" noGrp="1"/>
          </p:cNvSpPr>
          <p:nvPr/>
        </p:nvSpPr>
        <p:spPr>
          <a:xfrm xmlns:a="http://schemas.openxmlformats.org/drawingml/2006/main">
            <a:off x="609600" y="6400800"/>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465866"/>
                </a:solidFill>
                <a:latin typeface="Calibri"/>
                <a:ea typeface="Calibri"/>
                <a:cs typeface="Calibri"/>
              </a:defRPr>
            </a:defPPr>
            <a:lvl1pPr>
              <a:defRPr sz="1125" b="0">
                <a:solidFill>
                  <a:srgbClr val="465866"/>
                </a:solidFill>
                <a:latin typeface="Calibri"/>
                <a:ea typeface="Calibri"/>
                <a:cs typeface="Calibri"/>
              </a:defRPr>
            </a:lvl1pPr>
            <a:lvl2pPr>
              <a:defRPr sz="1125" b="0">
                <a:solidFill>
                  <a:srgbClr val="465866"/>
                </a:solidFill>
                <a:latin typeface="Calibri"/>
                <a:ea typeface="Calibri"/>
                <a:cs typeface="Calibri"/>
              </a:defRPr>
            </a:lvl2pPr>
            <a:lvl3pPr>
              <a:defRPr sz="1125" b="0">
                <a:solidFill>
                  <a:srgbClr val="465866"/>
                </a:solidFill>
                <a:latin typeface="Calibri"/>
                <a:ea typeface="Calibri"/>
                <a:cs typeface="Calibri"/>
              </a:defRPr>
            </a:lvl3pPr>
            <a:lvl4pPr>
              <a:defRPr sz="1125" b="0">
                <a:solidFill>
                  <a:srgbClr val="465866"/>
                </a:solidFill>
                <a:latin typeface="Calibri"/>
                <a:ea typeface="Calibri"/>
                <a:cs typeface="Calibri"/>
              </a:defRPr>
            </a:lvl4pPr>
            <a:lvl5pPr>
              <a:defRPr sz="1125" b="0">
                <a:solidFill>
                  <a:srgbClr val="465866"/>
                </a:solidFill>
                <a:latin typeface="Calibri"/>
                <a:ea typeface="Calibri"/>
                <a:cs typeface="Calibri"/>
              </a:defRPr>
            </a:lvl5pPr>
            <a:lvl6pPr>
              <a:defRPr sz="1125" b="0">
                <a:solidFill>
                  <a:srgbClr val="465866"/>
                </a:solidFill>
                <a:latin typeface="Calibri"/>
                <a:ea typeface="Calibri"/>
                <a:cs typeface="Calibri"/>
              </a:defRPr>
            </a:lvl6pPr>
            <a:lvl7pPr>
              <a:defRPr sz="1125" b="0">
                <a:solidFill>
                  <a:srgbClr val="465866"/>
                </a:solidFill>
                <a:latin typeface="Calibri"/>
                <a:ea typeface="Calibri"/>
                <a:cs typeface="Calibri"/>
              </a:defRPr>
            </a:lvl7pPr>
            <a:lvl8pPr>
              <a:defRPr sz="1125" b="0">
                <a:solidFill>
                  <a:srgbClr val="465866"/>
                </a:solidFill>
                <a:latin typeface="Calibri"/>
                <a:ea typeface="Calibri"/>
                <a:cs typeface="Calibri"/>
              </a:defRPr>
            </a:lvl8pPr>
            <a:lvl9pPr>
              <a:defRPr sz="1125" b="0">
                <a:solidFill>
                  <a:srgbClr val="465866"/>
                </a:solidFill>
                <a:latin typeface="Calibri"/>
                <a:ea typeface="Calibri"/>
                <a:cs typeface="Calibri"/>
              </a:defRPr>
            </a:lvl9pPr>
          </a:lstStyle>
          <a:p xmlns:a="http://schemas.openxmlformats.org/drawingml/2006/main">
            <a:pPr>
              <a:defRPr sz="1125" b="0">
                <a:solidFill>
                  <a:srgbClr val="465866"/>
                </a:solidFill>
                <a:latin typeface="Calibri"/>
                <a:ea typeface="Calibri"/>
                <a:cs typeface="Calibri"/>
              </a:defRPr>
            </a:pPr>
            <a:r>
              <a:rPr sz="1125" b="0">
                <a:solidFill>
                  <a:srgbClr val="465866"/>
                </a:solidFill>
                <a:latin typeface="Calibri"/>
                <a:ea typeface="Calibri"/>
                <a:cs typeface="Calibri"/>
              </a:rPr>
              <a:t>SAROJ BHANDARI   /   BIRD STRIKES ASSESSMENT</a:t>
            </a:r>
          </a:p>
        </p:txBody>
      </p:sp>
      <p:sp>
        <p:nvSpPr>
          <p:cNvPr id="4" name="">
            <a:extLst xmlns:a="http://schemas.openxmlformats.org/drawingml/2006/main">
              <a:ext uri="{FF2B5EF4-FFF2-40B4-BE49-F238E27FC236}">
                <a16:creationId xmlns:a16="http://schemas.microsoft.com/office/drawing/2014/main" id="{5DDA386D-3E20-49C2-9478-E4D7269621FD}"/>
              </a:ext>
            </a:extLst>
          </p:cNvPr>
          <p:cNvSpPr>
            <a:spLocks xmlns:a="http://schemas.openxmlformats.org/drawingml/2006/main" noGrp="1"/>
          </p:cNvSpPr>
          <p:nvPr/>
        </p:nvSpPr>
        <p:spPr>
          <a:xfrm xmlns:a="http://schemas.openxmlformats.org/drawingml/2006/main">
            <a:off x="11334750" y="64008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465866"/>
                </a:solidFill>
                <a:latin typeface="Calibri"/>
                <a:ea typeface="Calibri"/>
                <a:cs typeface="Calibri"/>
              </a:defRPr>
            </a:defPPr>
            <a:lvl1pPr>
              <a:defRPr sz="1125" b="0">
                <a:solidFill>
                  <a:srgbClr val="465866"/>
                </a:solidFill>
                <a:latin typeface="Calibri"/>
                <a:ea typeface="Calibri"/>
                <a:cs typeface="Calibri"/>
              </a:defRPr>
            </a:lvl1pPr>
            <a:lvl2pPr>
              <a:defRPr sz="1125" b="0">
                <a:solidFill>
                  <a:srgbClr val="465866"/>
                </a:solidFill>
                <a:latin typeface="Calibri"/>
                <a:ea typeface="Calibri"/>
                <a:cs typeface="Calibri"/>
              </a:defRPr>
            </a:lvl2pPr>
            <a:lvl3pPr>
              <a:defRPr sz="1125" b="0">
                <a:solidFill>
                  <a:srgbClr val="465866"/>
                </a:solidFill>
                <a:latin typeface="Calibri"/>
                <a:ea typeface="Calibri"/>
                <a:cs typeface="Calibri"/>
              </a:defRPr>
            </a:lvl3pPr>
            <a:lvl4pPr>
              <a:defRPr sz="1125" b="0">
                <a:solidFill>
                  <a:srgbClr val="465866"/>
                </a:solidFill>
                <a:latin typeface="Calibri"/>
                <a:ea typeface="Calibri"/>
                <a:cs typeface="Calibri"/>
              </a:defRPr>
            </a:lvl4pPr>
            <a:lvl5pPr>
              <a:defRPr sz="1125" b="0">
                <a:solidFill>
                  <a:srgbClr val="465866"/>
                </a:solidFill>
                <a:latin typeface="Calibri"/>
                <a:ea typeface="Calibri"/>
                <a:cs typeface="Calibri"/>
              </a:defRPr>
            </a:lvl5pPr>
            <a:lvl6pPr>
              <a:defRPr sz="1125" b="0">
                <a:solidFill>
                  <a:srgbClr val="465866"/>
                </a:solidFill>
                <a:latin typeface="Calibri"/>
                <a:ea typeface="Calibri"/>
                <a:cs typeface="Calibri"/>
              </a:defRPr>
            </a:lvl6pPr>
            <a:lvl7pPr>
              <a:defRPr sz="1125" b="0">
                <a:solidFill>
                  <a:srgbClr val="465866"/>
                </a:solidFill>
                <a:latin typeface="Calibri"/>
                <a:ea typeface="Calibri"/>
                <a:cs typeface="Calibri"/>
              </a:defRPr>
            </a:lvl7pPr>
            <a:lvl8pPr>
              <a:defRPr sz="1125" b="0">
                <a:solidFill>
                  <a:srgbClr val="465866"/>
                </a:solidFill>
                <a:latin typeface="Calibri"/>
                <a:ea typeface="Calibri"/>
                <a:cs typeface="Calibri"/>
              </a:defRPr>
            </a:lvl8pPr>
            <a:lvl9pPr>
              <a:defRPr sz="1125" b="0">
                <a:solidFill>
                  <a:srgbClr val="465866"/>
                </a:solidFill>
                <a:latin typeface="Calibri"/>
                <a:ea typeface="Calibri"/>
                <a:cs typeface="Calibri"/>
              </a:defRPr>
            </a:lvl9pPr>
          </a:lstStyle>
          <a:p xmlns:a="http://schemas.openxmlformats.org/drawingml/2006/main">
            <a:pPr>
              <a:defRPr sz="1125" b="0">
                <a:solidFill>
                  <a:srgbClr val="465866"/>
                </a:solidFill>
                <a:latin typeface="Calibri"/>
                <a:ea typeface="Calibri"/>
                <a:cs typeface="Calibri"/>
              </a:defRPr>
            </a:pPr>
            <a:r>
              <a:rPr sz="1125" b="0">
                <a:solidFill>
                  <a:srgbClr val="465866"/>
                </a:solidFill>
                <a:latin typeface="Calibri"/>
                <a:ea typeface="Calibri"/>
                <a:cs typeface="Calibri"/>
              </a:rPr>
              <a:t>5</a:t>
            </a:r>
          </a:p>
        </p:txBody>
      </p:sp>
      <p:sp>
        <p:nvSpPr>
          <p:cNvPr id="5" name="">
            <a:extLst xmlns:a="http://schemas.openxmlformats.org/drawingml/2006/main">
              <a:ext uri="{FF2B5EF4-FFF2-40B4-BE49-F238E27FC236}">
                <a16:creationId xmlns:a16="http://schemas.microsoft.com/office/drawing/2014/main" id="{87E74617-DFCA-4642-938C-F52610C777D6}"/>
              </a:ext>
            </a:extLst>
          </p:cNvPr>
          <p:cNvSpPr>
            <a:spLocks xmlns:a="http://schemas.openxmlformats.org/drawingml/2006/main" noGrp="1"/>
          </p:cNvSpPr>
          <p:nvPr/>
        </p:nvSpPr>
        <p:spPr>
          <a:xfrm xmlns:a="http://schemas.openxmlformats.org/drawingml/2006/main">
            <a:off x="723900" y="2095500"/>
            <a:ext cx="10668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0">
                <a:solidFill>
                  <a:srgbClr val="153C4D"/>
                </a:solidFill>
                <a:latin typeface="Calibri"/>
                <a:ea typeface="Calibri"/>
                <a:cs typeface="Calibri"/>
              </a:defRPr>
            </a:defPPr>
            <a:lvl1pPr>
              <a:defRPr sz="2100" b="0">
                <a:solidFill>
                  <a:srgbClr val="153C4D"/>
                </a:solidFill>
                <a:latin typeface="Calibri"/>
                <a:ea typeface="Calibri"/>
                <a:cs typeface="Calibri"/>
              </a:defRPr>
            </a:lvl1pPr>
            <a:lvl2pPr>
              <a:defRPr sz="2100" b="0">
                <a:solidFill>
                  <a:srgbClr val="153C4D"/>
                </a:solidFill>
                <a:latin typeface="Calibri"/>
                <a:ea typeface="Calibri"/>
                <a:cs typeface="Calibri"/>
              </a:defRPr>
            </a:lvl2pPr>
            <a:lvl3pPr>
              <a:defRPr sz="2100" b="0">
                <a:solidFill>
                  <a:srgbClr val="153C4D"/>
                </a:solidFill>
                <a:latin typeface="Calibri"/>
                <a:ea typeface="Calibri"/>
                <a:cs typeface="Calibri"/>
              </a:defRPr>
            </a:lvl3pPr>
            <a:lvl4pPr>
              <a:defRPr sz="2100" b="0">
                <a:solidFill>
                  <a:srgbClr val="153C4D"/>
                </a:solidFill>
                <a:latin typeface="Calibri"/>
                <a:ea typeface="Calibri"/>
                <a:cs typeface="Calibri"/>
              </a:defRPr>
            </a:lvl4pPr>
            <a:lvl5pPr>
              <a:defRPr sz="2100" b="0">
                <a:solidFill>
                  <a:srgbClr val="153C4D"/>
                </a:solidFill>
                <a:latin typeface="Calibri"/>
                <a:ea typeface="Calibri"/>
                <a:cs typeface="Calibri"/>
              </a:defRPr>
            </a:lvl5pPr>
            <a:lvl6pPr>
              <a:defRPr sz="2100" b="0">
                <a:solidFill>
                  <a:srgbClr val="153C4D"/>
                </a:solidFill>
                <a:latin typeface="Calibri"/>
                <a:ea typeface="Calibri"/>
                <a:cs typeface="Calibri"/>
              </a:defRPr>
            </a:lvl6pPr>
            <a:lvl7pPr>
              <a:defRPr sz="2100" b="0">
                <a:solidFill>
                  <a:srgbClr val="153C4D"/>
                </a:solidFill>
                <a:latin typeface="Calibri"/>
                <a:ea typeface="Calibri"/>
                <a:cs typeface="Calibri"/>
              </a:defRPr>
            </a:lvl7pPr>
            <a:lvl8pPr>
              <a:defRPr sz="2100" b="0">
                <a:solidFill>
                  <a:srgbClr val="153C4D"/>
                </a:solidFill>
                <a:latin typeface="Calibri"/>
                <a:ea typeface="Calibri"/>
                <a:cs typeface="Calibri"/>
              </a:defRPr>
            </a:lvl8pPr>
            <a:lvl9pPr>
              <a:defRPr sz="2100" b="0">
                <a:solidFill>
                  <a:srgbClr val="153C4D"/>
                </a:solidFill>
                <a:latin typeface="Calibri"/>
                <a:ea typeface="Calibri"/>
                <a:cs typeface="Calibri"/>
              </a:defRPr>
            </a:lvl9pPr>
          </a:lstStyle>
          <a:p xmlns:a="http://schemas.openxmlformats.org/drawingml/2006/main">
            <a:pPr>
              <a:defRPr sz="2100" b="0">
                <a:solidFill>
                  <a:srgbClr val="153C4D"/>
                </a:solidFill>
                <a:latin typeface="Calibri"/>
                <a:ea typeface="Calibri"/>
                <a:cs typeface="Calibri"/>
              </a:defRPr>
            </a:pPr>
            <a:r>
              <a:rPr sz="2100" b="0">
                <a:solidFill>
                  <a:srgbClr val="153C4D"/>
                </a:solidFill>
                <a:latin typeface="Calibri"/>
                <a:ea typeface="Calibri"/>
                <a:cs typeface="Calibri"/>
              </a:rPr>
              <a:t>Reject snapshots deleting more than 5%; record any override</a:t>
            </a:r>
          </a:p>
        </p:txBody>
      </p:sp>
      <p:sp>
        <p:nvSpPr>
          <p:cNvPr id="6" name="">
            <a:extLst xmlns:a="http://schemas.openxmlformats.org/drawingml/2006/main">
              <a:ext uri="{FF2B5EF4-FFF2-40B4-BE49-F238E27FC236}">
                <a16:creationId xmlns:a16="http://schemas.microsoft.com/office/drawing/2014/main" id="{489B0B9E-831B-49D9-8955-695A015495BE}"/>
              </a:ext>
            </a:extLst>
          </p:cNvPr>
          <p:cNvSpPr>
            <a:spLocks xmlns:a="http://schemas.openxmlformats.org/drawingml/2006/main" noGrp="1"/>
          </p:cNvSpPr>
          <p:nvPr/>
        </p:nvSpPr>
        <p:spPr>
          <a:xfrm xmlns:a="http://schemas.openxmlformats.org/drawingml/2006/main">
            <a:off x="723900" y="2981325"/>
            <a:ext cx="10668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0">
                <a:solidFill>
                  <a:srgbClr val="153C4D"/>
                </a:solidFill>
                <a:latin typeface="Calibri"/>
                <a:ea typeface="Calibri"/>
                <a:cs typeface="Calibri"/>
              </a:defRPr>
            </a:defPPr>
            <a:lvl1pPr>
              <a:defRPr sz="2100" b="0">
                <a:solidFill>
                  <a:srgbClr val="153C4D"/>
                </a:solidFill>
                <a:latin typeface="Calibri"/>
                <a:ea typeface="Calibri"/>
                <a:cs typeface="Calibri"/>
              </a:defRPr>
            </a:lvl1pPr>
            <a:lvl2pPr>
              <a:defRPr sz="2100" b="0">
                <a:solidFill>
                  <a:srgbClr val="153C4D"/>
                </a:solidFill>
                <a:latin typeface="Calibri"/>
                <a:ea typeface="Calibri"/>
                <a:cs typeface="Calibri"/>
              </a:defRPr>
            </a:lvl2pPr>
            <a:lvl3pPr>
              <a:defRPr sz="2100" b="0">
                <a:solidFill>
                  <a:srgbClr val="153C4D"/>
                </a:solidFill>
                <a:latin typeface="Calibri"/>
                <a:ea typeface="Calibri"/>
                <a:cs typeface="Calibri"/>
              </a:defRPr>
            </a:lvl3pPr>
            <a:lvl4pPr>
              <a:defRPr sz="2100" b="0">
                <a:solidFill>
                  <a:srgbClr val="153C4D"/>
                </a:solidFill>
                <a:latin typeface="Calibri"/>
                <a:ea typeface="Calibri"/>
                <a:cs typeface="Calibri"/>
              </a:defRPr>
            </a:lvl4pPr>
            <a:lvl5pPr>
              <a:defRPr sz="2100" b="0">
                <a:solidFill>
                  <a:srgbClr val="153C4D"/>
                </a:solidFill>
                <a:latin typeface="Calibri"/>
                <a:ea typeface="Calibri"/>
                <a:cs typeface="Calibri"/>
              </a:defRPr>
            </a:lvl5pPr>
            <a:lvl6pPr>
              <a:defRPr sz="2100" b="0">
                <a:solidFill>
                  <a:srgbClr val="153C4D"/>
                </a:solidFill>
                <a:latin typeface="Calibri"/>
                <a:ea typeface="Calibri"/>
                <a:cs typeface="Calibri"/>
              </a:defRPr>
            </a:lvl6pPr>
            <a:lvl7pPr>
              <a:defRPr sz="2100" b="0">
                <a:solidFill>
                  <a:srgbClr val="153C4D"/>
                </a:solidFill>
                <a:latin typeface="Calibri"/>
                <a:ea typeface="Calibri"/>
                <a:cs typeface="Calibri"/>
              </a:defRPr>
            </a:lvl7pPr>
            <a:lvl8pPr>
              <a:defRPr sz="2100" b="0">
                <a:solidFill>
                  <a:srgbClr val="153C4D"/>
                </a:solidFill>
                <a:latin typeface="Calibri"/>
                <a:ea typeface="Calibri"/>
                <a:cs typeface="Calibri"/>
              </a:defRPr>
            </a:lvl8pPr>
            <a:lvl9pPr>
              <a:defRPr sz="2100" b="0">
                <a:solidFill>
                  <a:srgbClr val="153C4D"/>
                </a:solidFill>
                <a:latin typeface="Calibri"/>
                <a:ea typeface="Calibri"/>
                <a:cs typeface="Calibri"/>
              </a:defRPr>
            </a:lvl9pPr>
          </a:lstStyle>
          <a:p xmlns:a="http://schemas.openxmlformats.org/drawingml/2006/main">
            <a:pPr>
              <a:defRPr sz="2100" b="0">
                <a:solidFill>
                  <a:srgbClr val="153C4D"/>
                </a:solidFill>
                <a:latin typeface="Calibri"/>
                <a:ea typeface="Calibri"/>
                <a:cs typeface="Calibri"/>
              </a:defRPr>
            </a:pPr>
            <a:r>
              <a:rPr sz="2100" b="0">
                <a:solidFill>
                  <a:srgbClr val="153C4D"/>
                </a:solidFill>
                <a:latin typeface="Calibri"/>
                <a:ea typeface="Calibri"/>
                <a:cs typeface="Calibri"/>
              </a:rPr>
              <a:t>Reconcile counts and payload hashes before committing</a:t>
            </a:r>
          </a:p>
        </p:txBody>
      </p:sp>
      <p:sp>
        <p:nvSpPr>
          <p:cNvPr id="7" name="">
            <a:extLst xmlns:a="http://schemas.openxmlformats.org/drawingml/2006/main">
              <a:ext uri="{FF2B5EF4-FFF2-40B4-BE49-F238E27FC236}">
                <a16:creationId xmlns:a16="http://schemas.microsoft.com/office/drawing/2014/main" id="{C1847EA2-2D07-43AC-8FDA-9C797AD82CF2}"/>
              </a:ext>
            </a:extLst>
          </p:cNvPr>
          <p:cNvSpPr>
            <a:spLocks xmlns:a="http://schemas.openxmlformats.org/drawingml/2006/main" noGrp="1"/>
          </p:cNvSpPr>
          <p:nvPr/>
        </p:nvSpPr>
        <p:spPr>
          <a:xfrm xmlns:a="http://schemas.openxmlformats.org/drawingml/2006/main">
            <a:off x="723900" y="3867150"/>
            <a:ext cx="10668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0">
                <a:solidFill>
                  <a:srgbClr val="153C4D"/>
                </a:solidFill>
                <a:latin typeface="Calibri"/>
                <a:ea typeface="Calibri"/>
                <a:cs typeface="Calibri"/>
              </a:defRPr>
            </a:defPPr>
            <a:lvl1pPr>
              <a:defRPr sz="2100" b="0">
                <a:solidFill>
                  <a:srgbClr val="153C4D"/>
                </a:solidFill>
                <a:latin typeface="Calibri"/>
                <a:ea typeface="Calibri"/>
                <a:cs typeface="Calibri"/>
              </a:defRPr>
            </a:lvl1pPr>
            <a:lvl2pPr>
              <a:defRPr sz="2100" b="0">
                <a:solidFill>
                  <a:srgbClr val="153C4D"/>
                </a:solidFill>
                <a:latin typeface="Calibri"/>
                <a:ea typeface="Calibri"/>
                <a:cs typeface="Calibri"/>
              </a:defRPr>
            </a:lvl2pPr>
            <a:lvl3pPr>
              <a:defRPr sz="2100" b="0">
                <a:solidFill>
                  <a:srgbClr val="153C4D"/>
                </a:solidFill>
                <a:latin typeface="Calibri"/>
                <a:ea typeface="Calibri"/>
                <a:cs typeface="Calibri"/>
              </a:defRPr>
            </a:lvl3pPr>
            <a:lvl4pPr>
              <a:defRPr sz="2100" b="0">
                <a:solidFill>
                  <a:srgbClr val="153C4D"/>
                </a:solidFill>
                <a:latin typeface="Calibri"/>
                <a:ea typeface="Calibri"/>
                <a:cs typeface="Calibri"/>
              </a:defRPr>
            </a:lvl4pPr>
            <a:lvl5pPr>
              <a:defRPr sz="2100" b="0">
                <a:solidFill>
                  <a:srgbClr val="153C4D"/>
                </a:solidFill>
                <a:latin typeface="Calibri"/>
                <a:ea typeface="Calibri"/>
                <a:cs typeface="Calibri"/>
              </a:defRPr>
            </a:lvl5pPr>
            <a:lvl6pPr>
              <a:defRPr sz="2100" b="0">
                <a:solidFill>
                  <a:srgbClr val="153C4D"/>
                </a:solidFill>
                <a:latin typeface="Calibri"/>
                <a:ea typeface="Calibri"/>
                <a:cs typeface="Calibri"/>
              </a:defRPr>
            </a:lvl6pPr>
            <a:lvl7pPr>
              <a:defRPr sz="2100" b="0">
                <a:solidFill>
                  <a:srgbClr val="153C4D"/>
                </a:solidFill>
                <a:latin typeface="Calibri"/>
                <a:ea typeface="Calibri"/>
                <a:cs typeface="Calibri"/>
              </a:defRPr>
            </a:lvl7pPr>
            <a:lvl8pPr>
              <a:defRPr sz="2100" b="0">
                <a:solidFill>
                  <a:srgbClr val="153C4D"/>
                </a:solidFill>
                <a:latin typeface="Calibri"/>
                <a:ea typeface="Calibri"/>
                <a:cs typeface="Calibri"/>
              </a:defRPr>
            </a:lvl8pPr>
            <a:lvl9pPr>
              <a:defRPr sz="2100" b="0">
                <a:solidFill>
                  <a:srgbClr val="153C4D"/>
                </a:solidFill>
                <a:latin typeface="Calibri"/>
                <a:ea typeface="Calibri"/>
                <a:cs typeface="Calibri"/>
              </a:defRPr>
            </a:lvl9pPr>
          </a:lstStyle>
          <a:p xmlns:a="http://schemas.openxmlformats.org/drawingml/2006/main">
            <a:pPr>
              <a:defRPr sz="2100" b="0">
                <a:solidFill>
                  <a:srgbClr val="153C4D"/>
                </a:solidFill>
                <a:latin typeface="Calibri"/>
                <a:ea typeface="Calibri"/>
                <a:cs typeface="Calibri"/>
              </a:defRPr>
            </a:pPr>
            <a:r>
              <a:rPr sz="2100" b="0">
                <a:solidFill>
                  <a:srgbClr val="153C4D"/>
                </a:solidFill>
                <a:latin typeface="Calibri"/>
                <a:ea typeface="Calibri"/>
                <a:cs typeface="Calibri"/>
              </a:rPr>
              <a:t>Keep compact changed-field patches and original source files</a:t>
            </a:r>
          </a:p>
        </p:txBody>
      </p:sp>
      <p:sp>
        <p:nvSpPr>
          <p:cNvPr id="8" name="">
            <a:extLst xmlns:a="http://schemas.openxmlformats.org/drawingml/2006/main">
              <a:ext uri="{FF2B5EF4-FFF2-40B4-BE49-F238E27FC236}">
                <a16:creationId xmlns:a16="http://schemas.microsoft.com/office/drawing/2014/main" id="{8F6BA862-0A7B-4FAE-8767-2DA2A45394F2}"/>
              </a:ext>
            </a:extLst>
          </p:cNvPr>
          <p:cNvSpPr>
            <a:spLocks xmlns:a="http://schemas.openxmlformats.org/drawingml/2006/main" noGrp="1"/>
          </p:cNvSpPr>
          <p:nvPr/>
        </p:nvSpPr>
        <p:spPr>
          <a:xfrm xmlns:a="http://schemas.openxmlformats.org/drawingml/2006/main">
            <a:off x="723900" y="4752975"/>
            <a:ext cx="10668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0">
                <a:solidFill>
                  <a:srgbClr val="153C4D"/>
                </a:solidFill>
                <a:latin typeface="Calibri"/>
                <a:ea typeface="Calibri"/>
                <a:cs typeface="Calibri"/>
              </a:defRPr>
            </a:defPPr>
            <a:lvl1pPr>
              <a:defRPr sz="2100" b="0">
                <a:solidFill>
                  <a:srgbClr val="153C4D"/>
                </a:solidFill>
                <a:latin typeface="Calibri"/>
                <a:ea typeface="Calibri"/>
                <a:cs typeface="Calibri"/>
              </a:defRPr>
            </a:lvl1pPr>
            <a:lvl2pPr>
              <a:defRPr sz="2100" b="0">
                <a:solidFill>
                  <a:srgbClr val="153C4D"/>
                </a:solidFill>
                <a:latin typeface="Calibri"/>
                <a:ea typeface="Calibri"/>
                <a:cs typeface="Calibri"/>
              </a:defRPr>
            </a:lvl2pPr>
            <a:lvl3pPr>
              <a:defRPr sz="2100" b="0">
                <a:solidFill>
                  <a:srgbClr val="153C4D"/>
                </a:solidFill>
                <a:latin typeface="Calibri"/>
                <a:ea typeface="Calibri"/>
                <a:cs typeface="Calibri"/>
              </a:defRPr>
            </a:lvl3pPr>
            <a:lvl4pPr>
              <a:defRPr sz="2100" b="0">
                <a:solidFill>
                  <a:srgbClr val="153C4D"/>
                </a:solidFill>
                <a:latin typeface="Calibri"/>
                <a:ea typeface="Calibri"/>
                <a:cs typeface="Calibri"/>
              </a:defRPr>
            </a:lvl4pPr>
            <a:lvl5pPr>
              <a:defRPr sz="2100" b="0">
                <a:solidFill>
                  <a:srgbClr val="153C4D"/>
                </a:solidFill>
                <a:latin typeface="Calibri"/>
                <a:ea typeface="Calibri"/>
                <a:cs typeface="Calibri"/>
              </a:defRPr>
            </a:lvl5pPr>
            <a:lvl6pPr>
              <a:defRPr sz="2100" b="0">
                <a:solidFill>
                  <a:srgbClr val="153C4D"/>
                </a:solidFill>
                <a:latin typeface="Calibri"/>
                <a:ea typeface="Calibri"/>
                <a:cs typeface="Calibri"/>
              </a:defRPr>
            </a:lvl6pPr>
            <a:lvl7pPr>
              <a:defRPr sz="2100" b="0">
                <a:solidFill>
                  <a:srgbClr val="153C4D"/>
                </a:solidFill>
                <a:latin typeface="Calibri"/>
                <a:ea typeface="Calibri"/>
                <a:cs typeface="Calibri"/>
              </a:defRPr>
            </a:lvl7pPr>
            <a:lvl8pPr>
              <a:defRPr sz="2100" b="0">
                <a:solidFill>
                  <a:srgbClr val="153C4D"/>
                </a:solidFill>
                <a:latin typeface="Calibri"/>
                <a:ea typeface="Calibri"/>
                <a:cs typeface="Calibri"/>
              </a:defRPr>
            </a:lvl8pPr>
            <a:lvl9pPr>
              <a:defRPr sz="2100" b="0">
                <a:solidFill>
                  <a:srgbClr val="153C4D"/>
                </a:solidFill>
                <a:latin typeface="Calibri"/>
                <a:ea typeface="Calibri"/>
                <a:cs typeface="Calibri"/>
              </a:defRPr>
            </a:lvl9pPr>
          </a:lstStyle>
          <a:p xmlns:a="http://schemas.openxmlformats.org/drawingml/2006/main">
            <a:pPr>
              <a:defRPr sz="2100" b="0">
                <a:solidFill>
                  <a:srgbClr val="153C4D"/>
                </a:solidFill>
                <a:latin typeface="Calibri"/>
                <a:ea typeface="Calibri"/>
                <a:cs typeface="Calibri"/>
              </a:defRPr>
            </a:pPr>
            <a:r>
              <a:rPr sz="2100" b="0">
                <a:solidFill>
                  <a:srgbClr val="153C4D"/>
                </a:solidFill>
                <a:latin typeface="Calibri"/>
                <a:ea typeface="Calibri"/>
                <a:cs typeface="Calibri"/>
              </a:rPr>
              <a:t>Build and test reporting before swapping BUILD with MART</a:t>
            </a:r>
          </a:p>
        </p:txBody>
      </p:sp>
    </p:spTree>
    <p:extLst>
      <p:ext uri="{BB962C8B-B14F-4D97-AF65-F5344CB8AC3E}">
        <p14:creationId xmlns:p14="http://schemas.microsoft.com/office/powerpoint/2010/main" val="107794598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37B81A3-57F1-48E9-BF60-84E8AFA76562}"/>
              </a:ext>
            </a:extLst>
          </p:cNvPr>
          <p:cNvSpPr>
            <a:spLocks xmlns:a="http://schemas.openxmlformats.org/drawingml/2006/main" noGrp="1"/>
          </p:cNvSpPr>
          <p:nvPr/>
        </p:nvSpPr>
        <p:spPr>
          <a:xfrm xmlns:a="http://schemas.openxmlformats.org/drawingml/2006/main">
            <a:off x="609600" y="457200"/>
            <a:ext cx="109728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225" b="1">
                <a:solidFill>
                  <a:srgbClr val="153C4D"/>
                </a:solidFill>
                <a:latin typeface="Calibri"/>
                <a:ea typeface="Calibri"/>
                <a:cs typeface="Calibri"/>
              </a:defRPr>
            </a:defPPr>
            <a:lvl1pPr>
              <a:defRPr sz="3225" b="1">
                <a:solidFill>
                  <a:srgbClr val="153C4D"/>
                </a:solidFill>
                <a:latin typeface="Calibri"/>
                <a:ea typeface="Calibri"/>
                <a:cs typeface="Calibri"/>
              </a:defRPr>
            </a:lvl1pPr>
            <a:lvl2pPr>
              <a:defRPr sz="3225" b="1">
                <a:solidFill>
                  <a:srgbClr val="153C4D"/>
                </a:solidFill>
                <a:latin typeface="Calibri"/>
                <a:ea typeface="Calibri"/>
                <a:cs typeface="Calibri"/>
              </a:defRPr>
            </a:lvl2pPr>
            <a:lvl3pPr>
              <a:defRPr sz="3225" b="1">
                <a:solidFill>
                  <a:srgbClr val="153C4D"/>
                </a:solidFill>
                <a:latin typeface="Calibri"/>
                <a:ea typeface="Calibri"/>
                <a:cs typeface="Calibri"/>
              </a:defRPr>
            </a:lvl3pPr>
            <a:lvl4pPr>
              <a:defRPr sz="3225" b="1">
                <a:solidFill>
                  <a:srgbClr val="153C4D"/>
                </a:solidFill>
                <a:latin typeface="Calibri"/>
                <a:ea typeface="Calibri"/>
                <a:cs typeface="Calibri"/>
              </a:defRPr>
            </a:lvl4pPr>
            <a:lvl5pPr>
              <a:defRPr sz="3225" b="1">
                <a:solidFill>
                  <a:srgbClr val="153C4D"/>
                </a:solidFill>
                <a:latin typeface="Calibri"/>
                <a:ea typeface="Calibri"/>
                <a:cs typeface="Calibri"/>
              </a:defRPr>
            </a:lvl5pPr>
            <a:lvl6pPr>
              <a:defRPr sz="3225" b="1">
                <a:solidFill>
                  <a:srgbClr val="153C4D"/>
                </a:solidFill>
                <a:latin typeface="Calibri"/>
                <a:ea typeface="Calibri"/>
                <a:cs typeface="Calibri"/>
              </a:defRPr>
            </a:lvl6pPr>
            <a:lvl7pPr>
              <a:defRPr sz="3225" b="1">
                <a:solidFill>
                  <a:srgbClr val="153C4D"/>
                </a:solidFill>
                <a:latin typeface="Calibri"/>
                <a:ea typeface="Calibri"/>
                <a:cs typeface="Calibri"/>
              </a:defRPr>
            </a:lvl7pPr>
            <a:lvl8pPr>
              <a:defRPr sz="3225" b="1">
                <a:solidFill>
                  <a:srgbClr val="153C4D"/>
                </a:solidFill>
                <a:latin typeface="Calibri"/>
                <a:ea typeface="Calibri"/>
                <a:cs typeface="Calibri"/>
              </a:defRPr>
            </a:lvl8pPr>
            <a:lvl9pPr>
              <a:defRPr sz="3225" b="1">
                <a:solidFill>
                  <a:srgbClr val="153C4D"/>
                </a:solidFill>
                <a:latin typeface="Calibri"/>
                <a:ea typeface="Calibri"/>
                <a:cs typeface="Calibri"/>
              </a:defRPr>
            </a:lvl9pPr>
          </a:lstStyle>
          <a:p xmlns:a="http://schemas.openxmlformats.org/drawingml/2006/main">
            <a:pPr>
              <a:defRPr sz="3225" b="1">
                <a:solidFill>
                  <a:srgbClr val="153C4D"/>
                </a:solidFill>
                <a:latin typeface="Calibri"/>
                <a:ea typeface="Calibri"/>
                <a:cs typeface="Calibri"/>
              </a:defRPr>
            </a:pPr>
            <a:r>
              <a:rPr sz="3225" b="1">
                <a:solidFill>
                  <a:srgbClr val="153C4D"/>
                </a:solidFill>
                <a:latin typeface="Calibri"/>
                <a:ea typeface="Calibri"/>
                <a:cs typeface="Calibri"/>
              </a:rPr>
              <a:t>Data quality findings</a:t>
            </a:r>
          </a:p>
        </p:txBody>
      </p:sp>
      <p:sp>
        <p:nvSpPr>
          <p:cNvPr id="2" name="">
            <a:extLst xmlns:a="http://schemas.openxmlformats.org/drawingml/2006/main">
              <a:ext uri="{FF2B5EF4-FFF2-40B4-BE49-F238E27FC236}">
                <a16:creationId xmlns:a16="http://schemas.microsoft.com/office/drawing/2014/main" id="{7A62AA8A-8414-4B69-994B-EA4FD4288824}"/>
              </a:ext>
            </a:extLst>
          </p:cNvPr>
          <p:cNvSpPr>
            <a:spLocks xmlns:a="http://schemas.openxmlformats.org/drawingml/2006/main" noGrp="1"/>
          </p:cNvSpPr>
          <p:nvPr/>
        </p:nvSpPr>
        <p:spPr>
          <a:xfrm xmlns:a="http://schemas.openxmlformats.org/drawingml/2006/main">
            <a:off x="609600" y="1323975"/>
            <a:ext cx="109728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0">
                <a:solidFill>
                  <a:srgbClr val="465866"/>
                </a:solidFill>
                <a:latin typeface="Calibri"/>
                <a:ea typeface="Calibri"/>
                <a:cs typeface="Calibri"/>
              </a:defRPr>
            </a:defPPr>
            <a:lvl1pPr>
              <a:defRPr sz="1725" b="0">
                <a:solidFill>
                  <a:srgbClr val="465866"/>
                </a:solidFill>
                <a:latin typeface="Calibri"/>
                <a:ea typeface="Calibri"/>
                <a:cs typeface="Calibri"/>
              </a:defRPr>
            </a:lvl1pPr>
            <a:lvl2pPr>
              <a:defRPr sz="1725" b="0">
                <a:solidFill>
                  <a:srgbClr val="465866"/>
                </a:solidFill>
                <a:latin typeface="Calibri"/>
                <a:ea typeface="Calibri"/>
                <a:cs typeface="Calibri"/>
              </a:defRPr>
            </a:lvl2pPr>
            <a:lvl3pPr>
              <a:defRPr sz="1725" b="0">
                <a:solidFill>
                  <a:srgbClr val="465866"/>
                </a:solidFill>
                <a:latin typeface="Calibri"/>
                <a:ea typeface="Calibri"/>
                <a:cs typeface="Calibri"/>
              </a:defRPr>
            </a:lvl3pPr>
            <a:lvl4pPr>
              <a:defRPr sz="1725" b="0">
                <a:solidFill>
                  <a:srgbClr val="465866"/>
                </a:solidFill>
                <a:latin typeface="Calibri"/>
                <a:ea typeface="Calibri"/>
                <a:cs typeface="Calibri"/>
              </a:defRPr>
            </a:lvl4pPr>
            <a:lvl5pPr>
              <a:defRPr sz="1725" b="0">
                <a:solidFill>
                  <a:srgbClr val="465866"/>
                </a:solidFill>
                <a:latin typeface="Calibri"/>
                <a:ea typeface="Calibri"/>
                <a:cs typeface="Calibri"/>
              </a:defRPr>
            </a:lvl5pPr>
            <a:lvl6pPr>
              <a:defRPr sz="1725" b="0">
                <a:solidFill>
                  <a:srgbClr val="465866"/>
                </a:solidFill>
                <a:latin typeface="Calibri"/>
                <a:ea typeface="Calibri"/>
                <a:cs typeface="Calibri"/>
              </a:defRPr>
            </a:lvl6pPr>
            <a:lvl7pPr>
              <a:defRPr sz="1725" b="0">
                <a:solidFill>
                  <a:srgbClr val="465866"/>
                </a:solidFill>
                <a:latin typeface="Calibri"/>
                <a:ea typeface="Calibri"/>
                <a:cs typeface="Calibri"/>
              </a:defRPr>
            </a:lvl7pPr>
            <a:lvl8pPr>
              <a:defRPr sz="1725" b="0">
                <a:solidFill>
                  <a:srgbClr val="465866"/>
                </a:solidFill>
                <a:latin typeface="Calibri"/>
                <a:ea typeface="Calibri"/>
                <a:cs typeface="Calibri"/>
              </a:defRPr>
            </a:lvl8pPr>
            <a:lvl9pPr>
              <a:defRPr sz="1725" b="0">
                <a:solidFill>
                  <a:srgbClr val="465866"/>
                </a:solidFill>
                <a:latin typeface="Calibri"/>
                <a:ea typeface="Calibri"/>
                <a:cs typeface="Calibri"/>
              </a:defRPr>
            </a:lvl9pPr>
          </a:lstStyle>
          <a:p xmlns:a="http://schemas.openxmlformats.org/drawingml/2006/main">
            <a:pPr>
              <a:defRPr sz="1725" b="0">
                <a:solidFill>
                  <a:srgbClr val="465866"/>
                </a:solidFill>
                <a:latin typeface="Calibri"/>
                <a:ea typeface="Calibri"/>
                <a:cs typeface="Calibri"/>
              </a:defRPr>
            </a:pPr>
            <a:r>
              <a:rPr sz="1725" b="0">
                <a:solidFill>
                  <a:srgbClr val="465866"/>
                </a:solidFill>
                <a:latin typeface="Calibri"/>
                <a:ea typeface="Calibri"/>
                <a:cs typeface="Calibri"/>
              </a:rPr>
              <a:t>957 incidents have at least one recorded issue</a:t>
            </a:r>
          </a:p>
        </p:txBody>
      </p:sp>
      <p:sp>
        <p:nvSpPr>
          <p:cNvPr id="3" name="">
            <a:extLst xmlns:a="http://schemas.openxmlformats.org/drawingml/2006/main">
              <a:ext uri="{FF2B5EF4-FFF2-40B4-BE49-F238E27FC236}">
                <a16:creationId xmlns:a16="http://schemas.microsoft.com/office/drawing/2014/main" id="{35C48169-761C-4754-A3A3-1BD7D8A2B2B4}"/>
              </a:ext>
            </a:extLst>
          </p:cNvPr>
          <p:cNvSpPr>
            <a:spLocks xmlns:a="http://schemas.openxmlformats.org/drawingml/2006/main" noGrp="1"/>
          </p:cNvSpPr>
          <p:nvPr/>
        </p:nvSpPr>
        <p:spPr>
          <a:xfrm xmlns:a="http://schemas.openxmlformats.org/drawingml/2006/main">
            <a:off x="609600" y="6400800"/>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465866"/>
                </a:solidFill>
                <a:latin typeface="Calibri"/>
                <a:ea typeface="Calibri"/>
                <a:cs typeface="Calibri"/>
              </a:defRPr>
            </a:defPPr>
            <a:lvl1pPr>
              <a:defRPr sz="1125" b="0">
                <a:solidFill>
                  <a:srgbClr val="465866"/>
                </a:solidFill>
                <a:latin typeface="Calibri"/>
                <a:ea typeface="Calibri"/>
                <a:cs typeface="Calibri"/>
              </a:defRPr>
            </a:lvl1pPr>
            <a:lvl2pPr>
              <a:defRPr sz="1125" b="0">
                <a:solidFill>
                  <a:srgbClr val="465866"/>
                </a:solidFill>
                <a:latin typeface="Calibri"/>
                <a:ea typeface="Calibri"/>
                <a:cs typeface="Calibri"/>
              </a:defRPr>
            </a:lvl2pPr>
            <a:lvl3pPr>
              <a:defRPr sz="1125" b="0">
                <a:solidFill>
                  <a:srgbClr val="465866"/>
                </a:solidFill>
                <a:latin typeface="Calibri"/>
                <a:ea typeface="Calibri"/>
                <a:cs typeface="Calibri"/>
              </a:defRPr>
            </a:lvl3pPr>
            <a:lvl4pPr>
              <a:defRPr sz="1125" b="0">
                <a:solidFill>
                  <a:srgbClr val="465866"/>
                </a:solidFill>
                <a:latin typeface="Calibri"/>
                <a:ea typeface="Calibri"/>
                <a:cs typeface="Calibri"/>
              </a:defRPr>
            </a:lvl4pPr>
            <a:lvl5pPr>
              <a:defRPr sz="1125" b="0">
                <a:solidFill>
                  <a:srgbClr val="465866"/>
                </a:solidFill>
                <a:latin typeface="Calibri"/>
                <a:ea typeface="Calibri"/>
                <a:cs typeface="Calibri"/>
              </a:defRPr>
            </a:lvl5pPr>
            <a:lvl6pPr>
              <a:defRPr sz="1125" b="0">
                <a:solidFill>
                  <a:srgbClr val="465866"/>
                </a:solidFill>
                <a:latin typeface="Calibri"/>
                <a:ea typeface="Calibri"/>
                <a:cs typeface="Calibri"/>
              </a:defRPr>
            </a:lvl6pPr>
            <a:lvl7pPr>
              <a:defRPr sz="1125" b="0">
                <a:solidFill>
                  <a:srgbClr val="465866"/>
                </a:solidFill>
                <a:latin typeface="Calibri"/>
                <a:ea typeface="Calibri"/>
                <a:cs typeface="Calibri"/>
              </a:defRPr>
            </a:lvl7pPr>
            <a:lvl8pPr>
              <a:defRPr sz="1125" b="0">
                <a:solidFill>
                  <a:srgbClr val="465866"/>
                </a:solidFill>
                <a:latin typeface="Calibri"/>
                <a:ea typeface="Calibri"/>
                <a:cs typeface="Calibri"/>
              </a:defRPr>
            </a:lvl8pPr>
            <a:lvl9pPr>
              <a:defRPr sz="1125" b="0">
                <a:solidFill>
                  <a:srgbClr val="465866"/>
                </a:solidFill>
                <a:latin typeface="Calibri"/>
                <a:ea typeface="Calibri"/>
                <a:cs typeface="Calibri"/>
              </a:defRPr>
            </a:lvl9pPr>
          </a:lstStyle>
          <a:p xmlns:a="http://schemas.openxmlformats.org/drawingml/2006/main">
            <a:pPr>
              <a:defRPr sz="1125" b="0">
                <a:solidFill>
                  <a:srgbClr val="465866"/>
                </a:solidFill>
                <a:latin typeface="Calibri"/>
                <a:ea typeface="Calibri"/>
                <a:cs typeface="Calibri"/>
              </a:defRPr>
            </a:pPr>
            <a:r>
              <a:rPr sz="1125" b="0">
                <a:solidFill>
                  <a:srgbClr val="465866"/>
                </a:solidFill>
                <a:latin typeface="Calibri"/>
                <a:ea typeface="Calibri"/>
                <a:cs typeface="Calibri"/>
              </a:rPr>
              <a:t>SAROJ BHANDARI   /   BIRD STRIKES ASSESSMENT</a:t>
            </a:r>
          </a:p>
        </p:txBody>
      </p:sp>
      <p:sp>
        <p:nvSpPr>
          <p:cNvPr id="4" name="">
            <a:extLst xmlns:a="http://schemas.openxmlformats.org/drawingml/2006/main">
              <a:ext uri="{FF2B5EF4-FFF2-40B4-BE49-F238E27FC236}">
                <a16:creationId xmlns:a16="http://schemas.microsoft.com/office/drawing/2014/main" id="{DFD4E8A5-A5E5-46BD-9CD5-E2EEB7268FDD}"/>
              </a:ext>
            </a:extLst>
          </p:cNvPr>
          <p:cNvSpPr>
            <a:spLocks xmlns:a="http://schemas.openxmlformats.org/drawingml/2006/main" noGrp="1"/>
          </p:cNvSpPr>
          <p:nvPr/>
        </p:nvSpPr>
        <p:spPr>
          <a:xfrm xmlns:a="http://schemas.openxmlformats.org/drawingml/2006/main">
            <a:off x="11334750" y="64008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465866"/>
                </a:solidFill>
                <a:latin typeface="Calibri"/>
                <a:ea typeface="Calibri"/>
                <a:cs typeface="Calibri"/>
              </a:defRPr>
            </a:defPPr>
            <a:lvl1pPr>
              <a:defRPr sz="1125" b="0">
                <a:solidFill>
                  <a:srgbClr val="465866"/>
                </a:solidFill>
                <a:latin typeface="Calibri"/>
                <a:ea typeface="Calibri"/>
                <a:cs typeface="Calibri"/>
              </a:defRPr>
            </a:lvl1pPr>
            <a:lvl2pPr>
              <a:defRPr sz="1125" b="0">
                <a:solidFill>
                  <a:srgbClr val="465866"/>
                </a:solidFill>
                <a:latin typeface="Calibri"/>
                <a:ea typeface="Calibri"/>
                <a:cs typeface="Calibri"/>
              </a:defRPr>
            </a:lvl2pPr>
            <a:lvl3pPr>
              <a:defRPr sz="1125" b="0">
                <a:solidFill>
                  <a:srgbClr val="465866"/>
                </a:solidFill>
                <a:latin typeface="Calibri"/>
                <a:ea typeface="Calibri"/>
                <a:cs typeface="Calibri"/>
              </a:defRPr>
            </a:lvl3pPr>
            <a:lvl4pPr>
              <a:defRPr sz="1125" b="0">
                <a:solidFill>
                  <a:srgbClr val="465866"/>
                </a:solidFill>
                <a:latin typeface="Calibri"/>
                <a:ea typeface="Calibri"/>
                <a:cs typeface="Calibri"/>
              </a:defRPr>
            </a:lvl4pPr>
            <a:lvl5pPr>
              <a:defRPr sz="1125" b="0">
                <a:solidFill>
                  <a:srgbClr val="465866"/>
                </a:solidFill>
                <a:latin typeface="Calibri"/>
                <a:ea typeface="Calibri"/>
                <a:cs typeface="Calibri"/>
              </a:defRPr>
            </a:lvl5pPr>
            <a:lvl6pPr>
              <a:defRPr sz="1125" b="0">
                <a:solidFill>
                  <a:srgbClr val="465866"/>
                </a:solidFill>
                <a:latin typeface="Calibri"/>
                <a:ea typeface="Calibri"/>
                <a:cs typeface="Calibri"/>
              </a:defRPr>
            </a:lvl6pPr>
            <a:lvl7pPr>
              <a:defRPr sz="1125" b="0">
                <a:solidFill>
                  <a:srgbClr val="465866"/>
                </a:solidFill>
                <a:latin typeface="Calibri"/>
                <a:ea typeface="Calibri"/>
                <a:cs typeface="Calibri"/>
              </a:defRPr>
            </a:lvl7pPr>
            <a:lvl8pPr>
              <a:defRPr sz="1125" b="0">
                <a:solidFill>
                  <a:srgbClr val="465866"/>
                </a:solidFill>
                <a:latin typeface="Calibri"/>
                <a:ea typeface="Calibri"/>
                <a:cs typeface="Calibri"/>
              </a:defRPr>
            </a:lvl8pPr>
            <a:lvl9pPr>
              <a:defRPr sz="1125" b="0">
                <a:solidFill>
                  <a:srgbClr val="465866"/>
                </a:solidFill>
                <a:latin typeface="Calibri"/>
                <a:ea typeface="Calibri"/>
                <a:cs typeface="Calibri"/>
              </a:defRPr>
            </a:lvl9pPr>
          </a:lstStyle>
          <a:p xmlns:a="http://schemas.openxmlformats.org/drawingml/2006/main">
            <a:pPr>
              <a:defRPr sz="1125" b="0">
                <a:solidFill>
                  <a:srgbClr val="465866"/>
                </a:solidFill>
                <a:latin typeface="Calibri"/>
                <a:ea typeface="Calibri"/>
                <a:cs typeface="Calibri"/>
              </a:defRPr>
            </a:pPr>
            <a:r>
              <a:rPr sz="1125" b="0">
                <a:solidFill>
                  <a:srgbClr val="465866"/>
                </a:solidFill>
                <a:latin typeface="Calibri"/>
                <a:ea typeface="Calibri"/>
                <a:cs typeface="Calibri"/>
              </a:rPr>
              <a:t>6</a:t>
            </a:r>
          </a:p>
        </p:txBody>
      </p:sp>
      <p:sp>
        <p:nvSpPr>
          <p:cNvPr id="5" name="">
            <a:extLst xmlns:a="http://schemas.openxmlformats.org/drawingml/2006/main">
              <a:ext uri="{FF2B5EF4-FFF2-40B4-BE49-F238E27FC236}">
                <a16:creationId xmlns:a16="http://schemas.microsoft.com/office/drawing/2014/main" id="{040938A1-3919-4716-B063-D76395D6A2B5}"/>
              </a:ext>
            </a:extLst>
          </p:cNvPr>
          <p:cNvSpPr>
            <a:spLocks xmlns:a="http://schemas.openxmlformats.org/drawingml/2006/main" noGrp="1"/>
          </p:cNvSpPr>
          <p:nvPr/>
        </p:nvSpPr>
        <p:spPr>
          <a:xfrm xmlns:a="http://schemas.openxmlformats.org/drawingml/2006/main">
            <a:off x="723900" y="2095500"/>
            <a:ext cx="10668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0">
                <a:solidFill>
                  <a:srgbClr val="153C4D"/>
                </a:solidFill>
                <a:latin typeface="Calibri"/>
                <a:ea typeface="Calibri"/>
                <a:cs typeface="Calibri"/>
              </a:defRPr>
            </a:defPPr>
            <a:lvl1pPr>
              <a:defRPr sz="2100" b="0">
                <a:solidFill>
                  <a:srgbClr val="153C4D"/>
                </a:solidFill>
                <a:latin typeface="Calibri"/>
                <a:ea typeface="Calibri"/>
                <a:cs typeface="Calibri"/>
              </a:defRPr>
            </a:lvl1pPr>
            <a:lvl2pPr>
              <a:defRPr sz="2100" b="0">
                <a:solidFill>
                  <a:srgbClr val="153C4D"/>
                </a:solidFill>
                <a:latin typeface="Calibri"/>
                <a:ea typeface="Calibri"/>
                <a:cs typeface="Calibri"/>
              </a:defRPr>
            </a:lvl2pPr>
            <a:lvl3pPr>
              <a:defRPr sz="2100" b="0">
                <a:solidFill>
                  <a:srgbClr val="153C4D"/>
                </a:solidFill>
                <a:latin typeface="Calibri"/>
                <a:ea typeface="Calibri"/>
                <a:cs typeface="Calibri"/>
              </a:defRPr>
            </a:lvl3pPr>
            <a:lvl4pPr>
              <a:defRPr sz="2100" b="0">
                <a:solidFill>
                  <a:srgbClr val="153C4D"/>
                </a:solidFill>
                <a:latin typeface="Calibri"/>
                <a:ea typeface="Calibri"/>
                <a:cs typeface="Calibri"/>
              </a:defRPr>
            </a:lvl4pPr>
            <a:lvl5pPr>
              <a:defRPr sz="2100" b="0">
                <a:solidFill>
                  <a:srgbClr val="153C4D"/>
                </a:solidFill>
                <a:latin typeface="Calibri"/>
                <a:ea typeface="Calibri"/>
                <a:cs typeface="Calibri"/>
              </a:defRPr>
            </a:lvl5pPr>
            <a:lvl6pPr>
              <a:defRPr sz="2100" b="0">
                <a:solidFill>
                  <a:srgbClr val="153C4D"/>
                </a:solidFill>
                <a:latin typeface="Calibri"/>
                <a:ea typeface="Calibri"/>
                <a:cs typeface="Calibri"/>
              </a:defRPr>
            </a:lvl6pPr>
            <a:lvl7pPr>
              <a:defRPr sz="2100" b="0">
                <a:solidFill>
                  <a:srgbClr val="153C4D"/>
                </a:solidFill>
                <a:latin typeface="Calibri"/>
                <a:ea typeface="Calibri"/>
                <a:cs typeface="Calibri"/>
              </a:defRPr>
            </a:lvl7pPr>
            <a:lvl8pPr>
              <a:defRPr sz="2100" b="0">
                <a:solidFill>
                  <a:srgbClr val="153C4D"/>
                </a:solidFill>
                <a:latin typeface="Calibri"/>
                <a:ea typeface="Calibri"/>
                <a:cs typeface="Calibri"/>
              </a:defRPr>
            </a:lvl8pPr>
            <a:lvl9pPr>
              <a:defRPr sz="2100" b="0">
                <a:solidFill>
                  <a:srgbClr val="153C4D"/>
                </a:solidFill>
                <a:latin typeface="Calibri"/>
                <a:ea typeface="Calibri"/>
                <a:cs typeface="Calibri"/>
              </a:defRPr>
            </a:lvl9pPr>
          </a:lstStyle>
          <a:p xmlns:a="http://schemas.openxmlformats.org/drawingml/2006/main">
            <a:pPr>
              <a:defRPr sz="2100" b="0">
                <a:solidFill>
                  <a:srgbClr val="153C4D"/>
                </a:solidFill>
                <a:latin typeface="Calibri"/>
                <a:ea typeface="Calibri"/>
                <a:cs typeface="Calibri"/>
              </a:defRPr>
            </a:pPr>
            <a:r>
              <a:rPr sz="2100" b="0">
                <a:solidFill>
                  <a:srgbClr val="153C4D"/>
                </a:solidFill>
                <a:latin typeface="Calibri"/>
                <a:ea typeface="Calibri"/>
                <a:cs typeface="Calibri"/>
              </a:rPr>
              <a:t>2 altitude conflicts retain both source and derived values</a:t>
            </a:r>
          </a:p>
        </p:txBody>
      </p:sp>
      <p:sp>
        <p:nvSpPr>
          <p:cNvPr id="6" name="">
            <a:extLst xmlns:a="http://schemas.openxmlformats.org/drawingml/2006/main">
              <a:ext uri="{FF2B5EF4-FFF2-40B4-BE49-F238E27FC236}">
                <a16:creationId xmlns:a16="http://schemas.microsoft.com/office/drawing/2014/main" id="{794ED6B8-E7D1-4D43-8C9E-7BB8763F3679}"/>
              </a:ext>
            </a:extLst>
          </p:cNvPr>
          <p:cNvSpPr>
            <a:spLocks xmlns:a="http://schemas.openxmlformats.org/drawingml/2006/main" noGrp="1"/>
          </p:cNvSpPr>
          <p:nvPr/>
        </p:nvSpPr>
        <p:spPr>
          <a:xfrm xmlns:a="http://schemas.openxmlformats.org/drawingml/2006/main">
            <a:off x="723900" y="2981325"/>
            <a:ext cx="10668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0">
                <a:solidFill>
                  <a:srgbClr val="153C4D"/>
                </a:solidFill>
                <a:latin typeface="Calibri"/>
                <a:ea typeface="Calibri"/>
                <a:cs typeface="Calibri"/>
              </a:defRPr>
            </a:defPPr>
            <a:lvl1pPr>
              <a:defRPr sz="2100" b="0">
                <a:solidFill>
                  <a:srgbClr val="153C4D"/>
                </a:solidFill>
                <a:latin typeface="Calibri"/>
                <a:ea typeface="Calibri"/>
                <a:cs typeface="Calibri"/>
              </a:defRPr>
            </a:lvl1pPr>
            <a:lvl2pPr>
              <a:defRPr sz="2100" b="0">
                <a:solidFill>
                  <a:srgbClr val="153C4D"/>
                </a:solidFill>
                <a:latin typeface="Calibri"/>
                <a:ea typeface="Calibri"/>
                <a:cs typeface="Calibri"/>
              </a:defRPr>
            </a:lvl2pPr>
            <a:lvl3pPr>
              <a:defRPr sz="2100" b="0">
                <a:solidFill>
                  <a:srgbClr val="153C4D"/>
                </a:solidFill>
                <a:latin typeface="Calibri"/>
                <a:ea typeface="Calibri"/>
                <a:cs typeface="Calibri"/>
              </a:defRPr>
            </a:lvl3pPr>
            <a:lvl4pPr>
              <a:defRPr sz="2100" b="0">
                <a:solidFill>
                  <a:srgbClr val="153C4D"/>
                </a:solidFill>
                <a:latin typeface="Calibri"/>
                <a:ea typeface="Calibri"/>
                <a:cs typeface="Calibri"/>
              </a:defRPr>
            </a:lvl4pPr>
            <a:lvl5pPr>
              <a:defRPr sz="2100" b="0">
                <a:solidFill>
                  <a:srgbClr val="153C4D"/>
                </a:solidFill>
                <a:latin typeface="Calibri"/>
                <a:ea typeface="Calibri"/>
                <a:cs typeface="Calibri"/>
              </a:defRPr>
            </a:lvl5pPr>
            <a:lvl6pPr>
              <a:defRPr sz="2100" b="0">
                <a:solidFill>
                  <a:srgbClr val="153C4D"/>
                </a:solidFill>
                <a:latin typeface="Calibri"/>
                <a:ea typeface="Calibri"/>
                <a:cs typeface="Calibri"/>
              </a:defRPr>
            </a:lvl6pPr>
            <a:lvl7pPr>
              <a:defRPr sz="2100" b="0">
                <a:solidFill>
                  <a:srgbClr val="153C4D"/>
                </a:solidFill>
                <a:latin typeface="Calibri"/>
                <a:ea typeface="Calibri"/>
                <a:cs typeface="Calibri"/>
              </a:defRPr>
            </a:lvl7pPr>
            <a:lvl8pPr>
              <a:defRPr sz="2100" b="0">
                <a:solidFill>
                  <a:srgbClr val="153C4D"/>
                </a:solidFill>
                <a:latin typeface="Calibri"/>
                <a:ea typeface="Calibri"/>
                <a:cs typeface="Calibri"/>
              </a:defRPr>
            </a:lvl8pPr>
            <a:lvl9pPr>
              <a:defRPr sz="2100" b="0">
                <a:solidFill>
                  <a:srgbClr val="153C4D"/>
                </a:solidFill>
                <a:latin typeface="Calibri"/>
                <a:ea typeface="Calibri"/>
                <a:cs typeface="Calibri"/>
              </a:defRPr>
            </a:lvl9pPr>
          </a:lstStyle>
          <a:p xmlns:a="http://schemas.openxmlformats.org/drawingml/2006/main">
            <a:pPr>
              <a:defRPr sz="2100" b="0">
                <a:solidFill>
                  <a:srgbClr val="153C4D"/>
                </a:solidFill>
                <a:latin typeface="Calibri"/>
                <a:ea typeface="Calibri"/>
                <a:cs typeface="Calibri"/>
              </a:defRPr>
            </a:pPr>
            <a:r>
              <a:rPr sz="2100" b="0">
                <a:solidFill>
                  <a:srgbClr val="153C4D"/>
                </a:solidFill>
                <a:latin typeface="Calibri"/>
                <a:ea typeface="Calibri"/>
                <a:cs typeface="Calibri"/>
              </a:rPr>
              <a:t>825 records at exactly 1,000 feet keep a separate category</a:t>
            </a:r>
          </a:p>
        </p:txBody>
      </p:sp>
      <p:sp>
        <p:nvSpPr>
          <p:cNvPr id="7" name="">
            <a:extLst xmlns:a="http://schemas.openxmlformats.org/drawingml/2006/main">
              <a:ext uri="{FF2B5EF4-FFF2-40B4-BE49-F238E27FC236}">
                <a16:creationId xmlns:a16="http://schemas.microsoft.com/office/drawing/2014/main" id="{7ADF54D6-3C56-4292-928F-F795F0AF3E43}"/>
              </a:ext>
            </a:extLst>
          </p:cNvPr>
          <p:cNvSpPr>
            <a:spLocks xmlns:a="http://schemas.openxmlformats.org/drawingml/2006/main" noGrp="1"/>
          </p:cNvSpPr>
          <p:nvPr/>
        </p:nvSpPr>
        <p:spPr>
          <a:xfrm xmlns:a="http://schemas.openxmlformats.org/drawingml/2006/main">
            <a:off x="723900" y="3867150"/>
            <a:ext cx="10668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0">
                <a:solidFill>
                  <a:srgbClr val="153C4D"/>
                </a:solidFill>
                <a:latin typeface="Calibri"/>
                <a:ea typeface="Calibri"/>
                <a:cs typeface="Calibri"/>
              </a:defRPr>
            </a:defPPr>
            <a:lvl1pPr>
              <a:defRPr sz="2100" b="0">
                <a:solidFill>
                  <a:srgbClr val="153C4D"/>
                </a:solidFill>
                <a:latin typeface="Calibri"/>
                <a:ea typeface="Calibri"/>
                <a:cs typeface="Calibri"/>
              </a:defRPr>
            </a:lvl1pPr>
            <a:lvl2pPr>
              <a:defRPr sz="2100" b="0">
                <a:solidFill>
                  <a:srgbClr val="153C4D"/>
                </a:solidFill>
                <a:latin typeface="Calibri"/>
                <a:ea typeface="Calibri"/>
                <a:cs typeface="Calibri"/>
              </a:defRPr>
            </a:lvl2pPr>
            <a:lvl3pPr>
              <a:defRPr sz="2100" b="0">
                <a:solidFill>
                  <a:srgbClr val="153C4D"/>
                </a:solidFill>
                <a:latin typeface="Calibri"/>
                <a:ea typeface="Calibri"/>
                <a:cs typeface="Calibri"/>
              </a:defRPr>
            </a:lvl3pPr>
            <a:lvl4pPr>
              <a:defRPr sz="2100" b="0">
                <a:solidFill>
                  <a:srgbClr val="153C4D"/>
                </a:solidFill>
                <a:latin typeface="Calibri"/>
                <a:ea typeface="Calibri"/>
                <a:cs typeface="Calibri"/>
              </a:defRPr>
            </a:lvl4pPr>
            <a:lvl5pPr>
              <a:defRPr sz="2100" b="0">
                <a:solidFill>
                  <a:srgbClr val="153C4D"/>
                </a:solidFill>
                <a:latin typeface="Calibri"/>
                <a:ea typeface="Calibri"/>
                <a:cs typeface="Calibri"/>
              </a:defRPr>
            </a:lvl5pPr>
            <a:lvl6pPr>
              <a:defRPr sz="2100" b="0">
                <a:solidFill>
                  <a:srgbClr val="153C4D"/>
                </a:solidFill>
                <a:latin typeface="Calibri"/>
                <a:ea typeface="Calibri"/>
                <a:cs typeface="Calibri"/>
              </a:defRPr>
            </a:lvl6pPr>
            <a:lvl7pPr>
              <a:defRPr sz="2100" b="0">
                <a:solidFill>
                  <a:srgbClr val="153C4D"/>
                </a:solidFill>
                <a:latin typeface="Calibri"/>
                <a:ea typeface="Calibri"/>
                <a:cs typeface="Calibri"/>
              </a:defRPr>
            </a:lvl7pPr>
            <a:lvl8pPr>
              <a:defRPr sz="2100" b="0">
                <a:solidFill>
                  <a:srgbClr val="153C4D"/>
                </a:solidFill>
                <a:latin typeface="Calibri"/>
                <a:ea typeface="Calibri"/>
                <a:cs typeface="Calibri"/>
              </a:defRPr>
            </a:lvl8pPr>
            <a:lvl9pPr>
              <a:defRPr sz="2100" b="0">
                <a:solidFill>
                  <a:srgbClr val="153C4D"/>
                </a:solidFill>
                <a:latin typeface="Calibri"/>
                <a:ea typeface="Calibri"/>
                <a:cs typeface="Calibri"/>
              </a:defRPr>
            </a:lvl9pPr>
          </a:lstStyle>
          <a:p xmlns:a="http://schemas.openxmlformats.org/drawingml/2006/main">
            <a:pPr>
              <a:defRPr sz="2100" b="0">
                <a:solidFill>
                  <a:srgbClr val="153C4D"/>
                </a:solidFill>
                <a:latin typeface="Calibri"/>
                <a:ea typeface="Calibri"/>
                <a:cs typeface="Calibri"/>
              </a:defRPr>
            </a:pPr>
            <a:r>
              <a:rPr sz="2100" b="0">
                <a:solidFill>
                  <a:srgbClr val="153C4D"/>
                </a:solidFill>
                <a:latin typeface="Calibri"/>
                <a:ea typeface="Calibri"/>
                <a:cs typeface="Calibri"/>
              </a:rPr>
              <a:t>129 incidents have no date or airport and remain in totals</a:t>
            </a:r>
          </a:p>
        </p:txBody>
      </p:sp>
      <p:sp>
        <p:nvSpPr>
          <p:cNvPr id="8" name="">
            <a:extLst xmlns:a="http://schemas.openxmlformats.org/drawingml/2006/main">
              <a:ext uri="{FF2B5EF4-FFF2-40B4-BE49-F238E27FC236}">
                <a16:creationId xmlns:a16="http://schemas.microsoft.com/office/drawing/2014/main" id="{960DE10A-DAB2-43E1-812B-5AE0509F5553}"/>
              </a:ext>
            </a:extLst>
          </p:cNvPr>
          <p:cNvSpPr>
            <a:spLocks xmlns:a="http://schemas.openxmlformats.org/drawingml/2006/main" noGrp="1"/>
          </p:cNvSpPr>
          <p:nvPr/>
        </p:nvSpPr>
        <p:spPr>
          <a:xfrm xmlns:a="http://schemas.openxmlformats.org/drawingml/2006/main">
            <a:off x="723900" y="4752975"/>
            <a:ext cx="10668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0">
                <a:solidFill>
                  <a:srgbClr val="153C4D"/>
                </a:solidFill>
                <a:latin typeface="Calibri"/>
                <a:ea typeface="Calibri"/>
                <a:cs typeface="Calibri"/>
              </a:defRPr>
            </a:defPPr>
            <a:lvl1pPr>
              <a:defRPr sz="2100" b="0">
                <a:solidFill>
                  <a:srgbClr val="153C4D"/>
                </a:solidFill>
                <a:latin typeface="Calibri"/>
                <a:ea typeface="Calibri"/>
                <a:cs typeface="Calibri"/>
              </a:defRPr>
            </a:lvl1pPr>
            <a:lvl2pPr>
              <a:defRPr sz="2100" b="0">
                <a:solidFill>
                  <a:srgbClr val="153C4D"/>
                </a:solidFill>
                <a:latin typeface="Calibri"/>
                <a:ea typeface="Calibri"/>
                <a:cs typeface="Calibri"/>
              </a:defRPr>
            </a:lvl2pPr>
            <a:lvl3pPr>
              <a:defRPr sz="2100" b="0">
                <a:solidFill>
                  <a:srgbClr val="153C4D"/>
                </a:solidFill>
                <a:latin typeface="Calibri"/>
                <a:ea typeface="Calibri"/>
                <a:cs typeface="Calibri"/>
              </a:defRPr>
            </a:lvl3pPr>
            <a:lvl4pPr>
              <a:defRPr sz="2100" b="0">
                <a:solidFill>
                  <a:srgbClr val="153C4D"/>
                </a:solidFill>
                <a:latin typeface="Calibri"/>
                <a:ea typeface="Calibri"/>
                <a:cs typeface="Calibri"/>
              </a:defRPr>
            </a:lvl4pPr>
            <a:lvl5pPr>
              <a:defRPr sz="2100" b="0">
                <a:solidFill>
                  <a:srgbClr val="153C4D"/>
                </a:solidFill>
                <a:latin typeface="Calibri"/>
                <a:ea typeface="Calibri"/>
                <a:cs typeface="Calibri"/>
              </a:defRPr>
            </a:lvl5pPr>
            <a:lvl6pPr>
              <a:defRPr sz="2100" b="0">
                <a:solidFill>
                  <a:srgbClr val="153C4D"/>
                </a:solidFill>
                <a:latin typeface="Calibri"/>
                <a:ea typeface="Calibri"/>
                <a:cs typeface="Calibri"/>
              </a:defRPr>
            </a:lvl6pPr>
            <a:lvl7pPr>
              <a:defRPr sz="2100" b="0">
                <a:solidFill>
                  <a:srgbClr val="153C4D"/>
                </a:solidFill>
                <a:latin typeface="Calibri"/>
                <a:ea typeface="Calibri"/>
                <a:cs typeface="Calibri"/>
              </a:defRPr>
            </a:lvl7pPr>
            <a:lvl8pPr>
              <a:defRPr sz="2100" b="0">
                <a:solidFill>
                  <a:srgbClr val="153C4D"/>
                </a:solidFill>
                <a:latin typeface="Calibri"/>
                <a:ea typeface="Calibri"/>
                <a:cs typeface="Calibri"/>
              </a:defRPr>
            </a:lvl8pPr>
            <a:lvl9pPr>
              <a:defRPr sz="2100" b="0">
                <a:solidFill>
                  <a:srgbClr val="153C4D"/>
                </a:solidFill>
                <a:latin typeface="Calibri"/>
                <a:ea typeface="Calibri"/>
                <a:cs typeface="Calibri"/>
              </a:defRPr>
            </a:lvl9pPr>
          </a:lstStyle>
          <a:p xmlns:a="http://schemas.openxmlformats.org/drawingml/2006/main">
            <a:pPr>
              <a:defRPr sz="2100" b="0">
                <a:solidFill>
                  <a:srgbClr val="153C4D"/>
                </a:solidFill>
                <a:latin typeface="Calibri"/>
                <a:ea typeface="Calibri"/>
                <a:cs typeface="Calibri"/>
              </a:defRPr>
            </a:pPr>
            <a:r>
              <a:rPr sz="2100" b="0">
                <a:solidFill>
                  <a:srgbClr val="153C4D"/>
                </a:solidFill>
                <a:latin typeface="Calibri"/>
                <a:ea typeface="Calibri"/>
                <a:cs typeface="Calibri"/>
              </a:rPr>
              <a:t>1 engine value is C; its numeric value becomes unknown</a:t>
            </a:r>
          </a:p>
        </p:txBody>
      </p:sp>
    </p:spTree>
    <p:extLst>
      <p:ext uri="{BB962C8B-B14F-4D97-AF65-F5344CB8AC3E}">
        <p14:creationId xmlns:p14="http://schemas.microsoft.com/office/powerpoint/2010/main" val="213657535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8D629A3-E938-42C3-A5F2-B733C084BDF6}"/>
              </a:ext>
            </a:extLst>
          </p:cNvPr>
          <p:cNvSpPr>
            <a:spLocks xmlns:a="http://schemas.openxmlformats.org/drawingml/2006/main" noGrp="1"/>
          </p:cNvSpPr>
          <p:nvPr/>
        </p:nvSpPr>
        <p:spPr>
          <a:xfrm xmlns:a="http://schemas.openxmlformats.org/drawingml/2006/main">
            <a:off x="609600" y="457200"/>
            <a:ext cx="109728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225" b="1">
                <a:solidFill>
                  <a:srgbClr val="153C4D"/>
                </a:solidFill>
                <a:latin typeface="Calibri"/>
                <a:ea typeface="Calibri"/>
                <a:cs typeface="Calibri"/>
              </a:defRPr>
            </a:defPPr>
            <a:lvl1pPr>
              <a:defRPr sz="3225" b="1">
                <a:solidFill>
                  <a:srgbClr val="153C4D"/>
                </a:solidFill>
                <a:latin typeface="Calibri"/>
                <a:ea typeface="Calibri"/>
                <a:cs typeface="Calibri"/>
              </a:defRPr>
            </a:lvl1pPr>
            <a:lvl2pPr>
              <a:defRPr sz="3225" b="1">
                <a:solidFill>
                  <a:srgbClr val="153C4D"/>
                </a:solidFill>
                <a:latin typeface="Calibri"/>
                <a:ea typeface="Calibri"/>
                <a:cs typeface="Calibri"/>
              </a:defRPr>
            </a:lvl2pPr>
            <a:lvl3pPr>
              <a:defRPr sz="3225" b="1">
                <a:solidFill>
                  <a:srgbClr val="153C4D"/>
                </a:solidFill>
                <a:latin typeface="Calibri"/>
                <a:ea typeface="Calibri"/>
                <a:cs typeface="Calibri"/>
              </a:defRPr>
            </a:lvl3pPr>
            <a:lvl4pPr>
              <a:defRPr sz="3225" b="1">
                <a:solidFill>
                  <a:srgbClr val="153C4D"/>
                </a:solidFill>
                <a:latin typeface="Calibri"/>
                <a:ea typeface="Calibri"/>
                <a:cs typeface="Calibri"/>
              </a:defRPr>
            </a:lvl4pPr>
            <a:lvl5pPr>
              <a:defRPr sz="3225" b="1">
                <a:solidFill>
                  <a:srgbClr val="153C4D"/>
                </a:solidFill>
                <a:latin typeface="Calibri"/>
                <a:ea typeface="Calibri"/>
                <a:cs typeface="Calibri"/>
              </a:defRPr>
            </a:lvl5pPr>
            <a:lvl6pPr>
              <a:defRPr sz="3225" b="1">
                <a:solidFill>
                  <a:srgbClr val="153C4D"/>
                </a:solidFill>
                <a:latin typeface="Calibri"/>
                <a:ea typeface="Calibri"/>
                <a:cs typeface="Calibri"/>
              </a:defRPr>
            </a:lvl6pPr>
            <a:lvl7pPr>
              <a:defRPr sz="3225" b="1">
                <a:solidFill>
                  <a:srgbClr val="153C4D"/>
                </a:solidFill>
                <a:latin typeface="Calibri"/>
                <a:ea typeface="Calibri"/>
                <a:cs typeface="Calibri"/>
              </a:defRPr>
            </a:lvl7pPr>
            <a:lvl8pPr>
              <a:defRPr sz="3225" b="1">
                <a:solidFill>
                  <a:srgbClr val="153C4D"/>
                </a:solidFill>
                <a:latin typeface="Calibri"/>
                <a:ea typeface="Calibri"/>
                <a:cs typeface="Calibri"/>
              </a:defRPr>
            </a:lvl8pPr>
            <a:lvl9pPr>
              <a:defRPr sz="3225" b="1">
                <a:solidFill>
                  <a:srgbClr val="153C4D"/>
                </a:solidFill>
                <a:latin typeface="Calibri"/>
                <a:ea typeface="Calibri"/>
                <a:cs typeface="Calibri"/>
              </a:defRPr>
            </a:lvl9pPr>
          </a:lstStyle>
          <a:p xmlns:a="http://schemas.openxmlformats.org/drawingml/2006/main">
            <a:pPr>
              <a:defRPr sz="3225" b="1">
                <a:solidFill>
                  <a:srgbClr val="153C4D"/>
                </a:solidFill>
                <a:latin typeface="Calibri"/>
                <a:ea typeface="Calibri"/>
                <a:cs typeface="Calibri"/>
              </a:defRPr>
            </a:pPr>
            <a:r>
              <a:rPr sz="3225" b="1">
                <a:solidFill>
                  <a:srgbClr val="153C4D"/>
                </a:solidFill>
                <a:latin typeface="Calibri"/>
                <a:ea typeface="Calibri"/>
                <a:cs typeface="Calibri"/>
              </a:rPr>
              <a:t>Dallas/Fort Worth has 803 reports</a:t>
            </a:r>
          </a:p>
        </p:txBody>
      </p:sp>
      <p:sp>
        <p:nvSpPr>
          <p:cNvPr id="2" name="">
            <a:extLst xmlns:a="http://schemas.openxmlformats.org/drawingml/2006/main">
              <a:ext uri="{FF2B5EF4-FFF2-40B4-BE49-F238E27FC236}">
                <a16:creationId xmlns:a16="http://schemas.microsoft.com/office/drawing/2014/main" id="{C8C072A7-23B6-408D-893D-B83522C60BAC}"/>
              </a:ext>
            </a:extLst>
          </p:cNvPr>
          <p:cNvSpPr>
            <a:spLocks xmlns:a="http://schemas.openxmlformats.org/drawingml/2006/main" noGrp="1"/>
          </p:cNvSpPr>
          <p:nvPr/>
        </p:nvSpPr>
        <p:spPr>
          <a:xfrm xmlns:a="http://schemas.openxmlformats.org/drawingml/2006/main">
            <a:off x="609600" y="1323975"/>
            <a:ext cx="109728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0">
                <a:solidFill>
                  <a:srgbClr val="465866"/>
                </a:solidFill>
                <a:latin typeface="Calibri"/>
                <a:ea typeface="Calibri"/>
                <a:cs typeface="Calibri"/>
              </a:defRPr>
            </a:defPPr>
            <a:lvl1pPr>
              <a:defRPr sz="1725" b="0">
                <a:solidFill>
                  <a:srgbClr val="465866"/>
                </a:solidFill>
                <a:latin typeface="Calibri"/>
                <a:ea typeface="Calibri"/>
                <a:cs typeface="Calibri"/>
              </a:defRPr>
            </a:lvl1pPr>
            <a:lvl2pPr>
              <a:defRPr sz="1725" b="0">
                <a:solidFill>
                  <a:srgbClr val="465866"/>
                </a:solidFill>
                <a:latin typeface="Calibri"/>
                <a:ea typeface="Calibri"/>
                <a:cs typeface="Calibri"/>
              </a:defRPr>
            </a:lvl2pPr>
            <a:lvl3pPr>
              <a:defRPr sz="1725" b="0">
                <a:solidFill>
                  <a:srgbClr val="465866"/>
                </a:solidFill>
                <a:latin typeface="Calibri"/>
                <a:ea typeface="Calibri"/>
                <a:cs typeface="Calibri"/>
              </a:defRPr>
            </a:lvl3pPr>
            <a:lvl4pPr>
              <a:defRPr sz="1725" b="0">
                <a:solidFill>
                  <a:srgbClr val="465866"/>
                </a:solidFill>
                <a:latin typeface="Calibri"/>
                <a:ea typeface="Calibri"/>
                <a:cs typeface="Calibri"/>
              </a:defRPr>
            </a:lvl4pPr>
            <a:lvl5pPr>
              <a:defRPr sz="1725" b="0">
                <a:solidFill>
                  <a:srgbClr val="465866"/>
                </a:solidFill>
                <a:latin typeface="Calibri"/>
                <a:ea typeface="Calibri"/>
                <a:cs typeface="Calibri"/>
              </a:defRPr>
            </a:lvl5pPr>
            <a:lvl6pPr>
              <a:defRPr sz="1725" b="0">
                <a:solidFill>
                  <a:srgbClr val="465866"/>
                </a:solidFill>
                <a:latin typeface="Calibri"/>
                <a:ea typeface="Calibri"/>
                <a:cs typeface="Calibri"/>
              </a:defRPr>
            </a:lvl6pPr>
            <a:lvl7pPr>
              <a:defRPr sz="1725" b="0">
                <a:solidFill>
                  <a:srgbClr val="465866"/>
                </a:solidFill>
                <a:latin typeface="Calibri"/>
                <a:ea typeface="Calibri"/>
                <a:cs typeface="Calibri"/>
              </a:defRPr>
            </a:lvl7pPr>
            <a:lvl8pPr>
              <a:defRPr sz="1725" b="0">
                <a:solidFill>
                  <a:srgbClr val="465866"/>
                </a:solidFill>
                <a:latin typeface="Calibri"/>
                <a:ea typeface="Calibri"/>
                <a:cs typeface="Calibri"/>
              </a:defRPr>
            </a:lvl8pPr>
            <a:lvl9pPr>
              <a:defRPr sz="1725" b="0">
                <a:solidFill>
                  <a:srgbClr val="465866"/>
                </a:solidFill>
                <a:latin typeface="Calibri"/>
                <a:ea typeface="Calibri"/>
                <a:cs typeface="Calibri"/>
              </a:defRPr>
            </a:lvl9pPr>
          </a:lstStyle>
          <a:p xmlns:a="http://schemas.openxmlformats.org/drawingml/2006/main">
            <a:pPr>
              <a:defRPr sz="1725" b="0">
                <a:solidFill>
                  <a:srgbClr val="465866"/>
                </a:solidFill>
                <a:latin typeface="Calibri"/>
                <a:ea typeface="Calibri"/>
                <a:cs typeface="Calibri"/>
              </a:defRPr>
            </a:pPr>
            <a:r>
              <a:rPr sz="1725" b="0">
                <a:solidFill>
                  <a:srgbClr val="465866"/>
                </a:solidFill>
                <a:latin typeface="Calibri"/>
                <a:ea typeface="Calibri"/>
                <a:cs typeface="Calibri"/>
              </a:rPr>
              <a:t>Reported airport is the available proxy; departure status is unverified</a:t>
            </a:r>
          </a:p>
        </p:txBody>
      </p:sp>
      <p:sp>
        <p:nvSpPr>
          <p:cNvPr id="3" name="">
            <a:extLst xmlns:a="http://schemas.openxmlformats.org/drawingml/2006/main">
              <a:ext uri="{FF2B5EF4-FFF2-40B4-BE49-F238E27FC236}">
                <a16:creationId xmlns:a16="http://schemas.microsoft.com/office/drawing/2014/main" id="{78D679BA-E67F-442B-9A93-AC854FFCB97D}"/>
              </a:ext>
            </a:extLst>
          </p:cNvPr>
          <p:cNvSpPr>
            <a:spLocks xmlns:a="http://schemas.openxmlformats.org/drawingml/2006/main" noGrp="1"/>
          </p:cNvSpPr>
          <p:nvPr/>
        </p:nvSpPr>
        <p:spPr>
          <a:xfrm xmlns:a="http://schemas.openxmlformats.org/drawingml/2006/main">
            <a:off x="609600" y="6400800"/>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465866"/>
                </a:solidFill>
                <a:latin typeface="Calibri"/>
                <a:ea typeface="Calibri"/>
                <a:cs typeface="Calibri"/>
              </a:defRPr>
            </a:defPPr>
            <a:lvl1pPr>
              <a:defRPr sz="1125" b="0">
                <a:solidFill>
                  <a:srgbClr val="465866"/>
                </a:solidFill>
                <a:latin typeface="Calibri"/>
                <a:ea typeface="Calibri"/>
                <a:cs typeface="Calibri"/>
              </a:defRPr>
            </a:lvl1pPr>
            <a:lvl2pPr>
              <a:defRPr sz="1125" b="0">
                <a:solidFill>
                  <a:srgbClr val="465866"/>
                </a:solidFill>
                <a:latin typeface="Calibri"/>
                <a:ea typeface="Calibri"/>
                <a:cs typeface="Calibri"/>
              </a:defRPr>
            </a:lvl2pPr>
            <a:lvl3pPr>
              <a:defRPr sz="1125" b="0">
                <a:solidFill>
                  <a:srgbClr val="465866"/>
                </a:solidFill>
                <a:latin typeface="Calibri"/>
                <a:ea typeface="Calibri"/>
                <a:cs typeface="Calibri"/>
              </a:defRPr>
            </a:lvl3pPr>
            <a:lvl4pPr>
              <a:defRPr sz="1125" b="0">
                <a:solidFill>
                  <a:srgbClr val="465866"/>
                </a:solidFill>
                <a:latin typeface="Calibri"/>
                <a:ea typeface="Calibri"/>
                <a:cs typeface="Calibri"/>
              </a:defRPr>
            </a:lvl4pPr>
            <a:lvl5pPr>
              <a:defRPr sz="1125" b="0">
                <a:solidFill>
                  <a:srgbClr val="465866"/>
                </a:solidFill>
                <a:latin typeface="Calibri"/>
                <a:ea typeface="Calibri"/>
                <a:cs typeface="Calibri"/>
              </a:defRPr>
            </a:lvl5pPr>
            <a:lvl6pPr>
              <a:defRPr sz="1125" b="0">
                <a:solidFill>
                  <a:srgbClr val="465866"/>
                </a:solidFill>
                <a:latin typeface="Calibri"/>
                <a:ea typeface="Calibri"/>
                <a:cs typeface="Calibri"/>
              </a:defRPr>
            </a:lvl6pPr>
            <a:lvl7pPr>
              <a:defRPr sz="1125" b="0">
                <a:solidFill>
                  <a:srgbClr val="465866"/>
                </a:solidFill>
                <a:latin typeface="Calibri"/>
                <a:ea typeface="Calibri"/>
                <a:cs typeface="Calibri"/>
              </a:defRPr>
            </a:lvl7pPr>
            <a:lvl8pPr>
              <a:defRPr sz="1125" b="0">
                <a:solidFill>
                  <a:srgbClr val="465866"/>
                </a:solidFill>
                <a:latin typeface="Calibri"/>
                <a:ea typeface="Calibri"/>
                <a:cs typeface="Calibri"/>
              </a:defRPr>
            </a:lvl8pPr>
            <a:lvl9pPr>
              <a:defRPr sz="1125" b="0">
                <a:solidFill>
                  <a:srgbClr val="465866"/>
                </a:solidFill>
                <a:latin typeface="Calibri"/>
                <a:ea typeface="Calibri"/>
                <a:cs typeface="Calibri"/>
              </a:defRPr>
            </a:lvl9pPr>
          </a:lstStyle>
          <a:p xmlns:a="http://schemas.openxmlformats.org/drawingml/2006/main">
            <a:pPr>
              <a:defRPr sz="1125" b="0">
                <a:solidFill>
                  <a:srgbClr val="465866"/>
                </a:solidFill>
                <a:latin typeface="Calibri"/>
                <a:ea typeface="Calibri"/>
                <a:cs typeface="Calibri"/>
              </a:defRPr>
            </a:pPr>
            <a:r>
              <a:rPr sz="1125" b="0">
                <a:solidFill>
                  <a:srgbClr val="465866"/>
                </a:solidFill>
                <a:latin typeface="Calibri"/>
                <a:ea typeface="Calibri"/>
                <a:cs typeface="Calibri"/>
              </a:rPr>
              <a:t>SAROJ BHANDARI   /   BIRD STRIKES ASSESSMENT</a:t>
            </a:r>
          </a:p>
        </p:txBody>
      </p:sp>
      <p:sp>
        <p:nvSpPr>
          <p:cNvPr id="4" name="">
            <a:extLst xmlns:a="http://schemas.openxmlformats.org/drawingml/2006/main">
              <a:ext uri="{FF2B5EF4-FFF2-40B4-BE49-F238E27FC236}">
                <a16:creationId xmlns:a16="http://schemas.microsoft.com/office/drawing/2014/main" id="{FA0A2D19-9E0B-462A-B472-0C9788EBA1BB}"/>
              </a:ext>
            </a:extLst>
          </p:cNvPr>
          <p:cNvSpPr>
            <a:spLocks xmlns:a="http://schemas.openxmlformats.org/drawingml/2006/main" noGrp="1"/>
          </p:cNvSpPr>
          <p:nvPr/>
        </p:nvSpPr>
        <p:spPr>
          <a:xfrm xmlns:a="http://schemas.openxmlformats.org/drawingml/2006/main">
            <a:off x="11334750" y="64008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465866"/>
                </a:solidFill>
                <a:latin typeface="Calibri"/>
                <a:ea typeface="Calibri"/>
                <a:cs typeface="Calibri"/>
              </a:defRPr>
            </a:defPPr>
            <a:lvl1pPr>
              <a:defRPr sz="1125" b="0">
                <a:solidFill>
                  <a:srgbClr val="465866"/>
                </a:solidFill>
                <a:latin typeface="Calibri"/>
                <a:ea typeface="Calibri"/>
                <a:cs typeface="Calibri"/>
              </a:defRPr>
            </a:lvl1pPr>
            <a:lvl2pPr>
              <a:defRPr sz="1125" b="0">
                <a:solidFill>
                  <a:srgbClr val="465866"/>
                </a:solidFill>
                <a:latin typeface="Calibri"/>
                <a:ea typeface="Calibri"/>
                <a:cs typeface="Calibri"/>
              </a:defRPr>
            </a:lvl2pPr>
            <a:lvl3pPr>
              <a:defRPr sz="1125" b="0">
                <a:solidFill>
                  <a:srgbClr val="465866"/>
                </a:solidFill>
                <a:latin typeface="Calibri"/>
                <a:ea typeface="Calibri"/>
                <a:cs typeface="Calibri"/>
              </a:defRPr>
            </a:lvl3pPr>
            <a:lvl4pPr>
              <a:defRPr sz="1125" b="0">
                <a:solidFill>
                  <a:srgbClr val="465866"/>
                </a:solidFill>
                <a:latin typeface="Calibri"/>
                <a:ea typeface="Calibri"/>
                <a:cs typeface="Calibri"/>
              </a:defRPr>
            </a:lvl4pPr>
            <a:lvl5pPr>
              <a:defRPr sz="1125" b="0">
                <a:solidFill>
                  <a:srgbClr val="465866"/>
                </a:solidFill>
                <a:latin typeface="Calibri"/>
                <a:ea typeface="Calibri"/>
                <a:cs typeface="Calibri"/>
              </a:defRPr>
            </a:lvl5pPr>
            <a:lvl6pPr>
              <a:defRPr sz="1125" b="0">
                <a:solidFill>
                  <a:srgbClr val="465866"/>
                </a:solidFill>
                <a:latin typeface="Calibri"/>
                <a:ea typeface="Calibri"/>
                <a:cs typeface="Calibri"/>
              </a:defRPr>
            </a:lvl6pPr>
            <a:lvl7pPr>
              <a:defRPr sz="1125" b="0">
                <a:solidFill>
                  <a:srgbClr val="465866"/>
                </a:solidFill>
                <a:latin typeface="Calibri"/>
                <a:ea typeface="Calibri"/>
                <a:cs typeface="Calibri"/>
              </a:defRPr>
            </a:lvl7pPr>
            <a:lvl8pPr>
              <a:defRPr sz="1125" b="0">
                <a:solidFill>
                  <a:srgbClr val="465866"/>
                </a:solidFill>
                <a:latin typeface="Calibri"/>
                <a:ea typeface="Calibri"/>
                <a:cs typeface="Calibri"/>
              </a:defRPr>
            </a:lvl8pPr>
            <a:lvl9pPr>
              <a:defRPr sz="1125" b="0">
                <a:solidFill>
                  <a:srgbClr val="465866"/>
                </a:solidFill>
                <a:latin typeface="Calibri"/>
                <a:ea typeface="Calibri"/>
                <a:cs typeface="Calibri"/>
              </a:defRPr>
            </a:lvl9pPr>
          </a:lstStyle>
          <a:p xmlns:a="http://schemas.openxmlformats.org/drawingml/2006/main">
            <a:pPr>
              <a:defRPr sz="1125" b="0">
                <a:solidFill>
                  <a:srgbClr val="465866"/>
                </a:solidFill>
                <a:latin typeface="Calibri"/>
                <a:ea typeface="Calibri"/>
                <a:cs typeface="Calibri"/>
              </a:defRPr>
            </a:pPr>
            <a:r>
              <a:rPr sz="1125" b="0">
                <a:solidFill>
                  <a:srgbClr val="465866"/>
                </a:solidFill>
                <a:latin typeface="Calibri"/>
                <a:ea typeface="Calibri"/>
                <a:cs typeface="Calibri"/>
              </a:rPr>
              <a:t>7</a:t>
            </a:r>
          </a:p>
        </p:txBody>
      </p:sp>
      <p:graphicFrame>
        <p:nvGraphicFramePr>
          <p:cNvPr id="5" name="Chart">
            <a:extLst xmlns:a="http://schemas.openxmlformats.org/drawingml/2006/main">
              <a:ext uri="{FF2B5EF4-FFF2-40B4-BE49-F238E27FC236}">
                <a16:creationId xmlns:a16="http://schemas.microsoft.com/office/drawing/2014/main" id="{DCBE8D3D-EE72-475F-9677-084A96A3B535}"/>
              </a:ext>
            </a:extLst>
          </p:cNvPr>
          <p:cNvGraphicFramePr/>
          <p:nvPr/>
        </p:nvGraphicFramePr>
        <p:xfrm>
          <a:off xmlns:a="http://schemas.openxmlformats.org/drawingml/2006/main" x="809625" y="2190750"/>
          <a:ext xmlns:a="http://schemas.openxmlformats.org/drawingml/2006/main" cx="10572750" cy="3429000"/>
        </p:xfrm>
        <a:graphic xmlns:a="http://schemas.openxmlformats.org/drawingml/2006/main">
          <a:graphicData uri="http://schemas.openxmlformats.org/drawingml/2006/chart">
            <c:chart xmlns:r="http://schemas.openxmlformats.org/officeDocument/2006/relationships" xmlns:c="http://schemas.openxmlformats.org/drawingml/2006/chart" r:id="R2a01576968084ef2"/>
          </a:graphicData>
        </a:graphic>
      </p:graphicFrame>
    </p:spTree>
    <p:extLst>
      <p:ext uri="{BB962C8B-B14F-4D97-AF65-F5344CB8AC3E}">
        <p14:creationId xmlns:p14="http://schemas.microsoft.com/office/powerpoint/2010/main" val="88037378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802C785-B154-4AB6-85D5-83B99F9AD67B}"/>
              </a:ext>
            </a:extLst>
          </p:cNvPr>
          <p:cNvSpPr>
            <a:spLocks xmlns:a="http://schemas.openxmlformats.org/drawingml/2006/main" noGrp="1"/>
          </p:cNvSpPr>
          <p:nvPr/>
        </p:nvSpPr>
        <p:spPr>
          <a:xfrm xmlns:a="http://schemas.openxmlformats.org/drawingml/2006/main">
            <a:off x="609600" y="457200"/>
            <a:ext cx="109728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225" b="1">
                <a:solidFill>
                  <a:srgbClr val="153C4D"/>
                </a:solidFill>
                <a:latin typeface="Calibri"/>
                <a:ea typeface="Calibri"/>
                <a:cs typeface="Calibri"/>
              </a:defRPr>
            </a:defPPr>
            <a:lvl1pPr>
              <a:defRPr sz="3225" b="1">
                <a:solidFill>
                  <a:srgbClr val="153C4D"/>
                </a:solidFill>
                <a:latin typeface="Calibri"/>
                <a:ea typeface="Calibri"/>
                <a:cs typeface="Calibri"/>
              </a:defRPr>
            </a:lvl1pPr>
            <a:lvl2pPr>
              <a:defRPr sz="3225" b="1">
                <a:solidFill>
                  <a:srgbClr val="153C4D"/>
                </a:solidFill>
                <a:latin typeface="Calibri"/>
                <a:ea typeface="Calibri"/>
                <a:cs typeface="Calibri"/>
              </a:defRPr>
            </a:lvl2pPr>
            <a:lvl3pPr>
              <a:defRPr sz="3225" b="1">
                <a:solidFill>
                  <a:srgbClr val="153C4D"/>
                </a:solidFill>
                <a:latin typeface="Calibri"/>
                <a:ea typeface="Calibri"/>
                <a:cs typeface="Calibri"/>
              </a:defRPr>
            </a:lvl3pPr>
            <a:lvl4pPr>
              <a:defRPr sz="3225" b="1">
                <a:solidFill>
                  <a:srgbClr val="153C4D"/>
                </a:solidFill>
                <a:latin typeface="Calibri"/>
                <a:ea typeface="Calibri"/>
                <a:cs typeface="Calibri"/>
              </a:defRPr>
            </a:lvl4pPr>
            <a:lvl5pPr>
              <a:defRPr sz="3225" b="1">
                <a:solidFill>
                  <a:srgbClr val="153C4D"/>
                </a:solidFill>
                <a:latin typeface="Calibri"/>
                <a:ea typeface="Calibri"/>
                <a:cs typeface="Calibri"/>
              </a:defRPr>
            </a:lvl5pPr>
            <a:lvl6pPr>
              <a:defRPr sz="3225" b="1">
                <a:solidFill>
                  <a:srgbClr val="153C4D"/>
                </a:solidFill>
                <a:latin typeface="Calibri"/>
                <a:ea typeface="Calibri"/>
                <a:cs typeface="Calibri"/>
              </a:defRPr>
            </a:lvl6pPr>
            <a:lvl7pPr>
              <a:defRPr sz="3225" b="1">
                <a:solidFill>
                  <a:srgbClr val="153C4D"/>
                </a:solidFill>
                <a:latin typeface="Calibri"/>
                <a:ea typeface="Calibri"/>
                <a:cs typeface="Calibri"/>
              </a:defRPr>
            </a:lvl7pPr>
            <a:lvl8pPr>
              <a:defRPr sz="3225" b="1">
                <a:solidFill>
                  <a:srgbClr val="153C4D"/>
                </a:solidFill>
                <a:latin typeface="Calibri"/>
                <a:ea typeface="Calibri"/>
                <a:cs typeface="Calibri"/>
              </a:defRPr>
            </a:lvl8pPr>
            <a:lvl9pPr>
              <a:defRPr sz="3225" b="1">
                <a:solidFill>
                  <a:srgbClr val="153C4D"/>
                </a:solidFill>
                <a:latin typeface="Calibri"/>
                <a:ea typeface="Calibri"/>
                <a:cs typeface="Calibri"/>
              </a:defRPr>
            </a:lvl9pPr>
          </a:lstStyle>
          <a:p xmlns:a="http://schemas.openxmlformats.org/drawingml/2006/main">
            <a:pPr>
              <a:defRPr sz="3225" b="1">
                <a:solidFill>
                  <a:srgbClr val="153C4D"/>
                </a:solidFill>
                <a:latin typeface="Calibri"/>
                <a:ea typeface="Calibri"/>
                <a:cs typeface="Calibri"/>
              </a:defRPr>
            </a:pPr>
            <a:r>
              <a:rPr sz="3225" b="1">
                <a:solidFill>
                  <a:srgbClr val="153C4D"/>
                </a:solidFill>
                <a:latin typeface="Calibri"/>
                <a:ea typeface="Calibri"/>
                <a:cs typeface="Calibri"/>
              </a:rPr>
              <a:t>Reports peak in 2009</a:t>
            </a:r>
          </a:p>
        </p:txBody>
      </p:sp>
      <p:sp>
        <p:nvSpPr>
          <p:cNvPr id="2" name="">
            <a:extLst xmlns:a="http://schemas.openxmlformats.org/drawingml/2006/main">
              <a:ext uri="{FF2B5EF4-FFF2-40B4-BE49-F238E27FC236}">
                <a16:creationId xmlns:a16="http://schemas.microsoft.com/office/drawing/2014/main" id="{0558D70A-0B87-4BB5-BC32-842F844EE8BA}"/>
              </a:ext>
            </a:extLst>
          </p:cNvPr>
          <p:cNvSpPr>
            <a:spLocks xmlns:a="http://schemas.openxmlformats.org/drawingml/2006/main" noGrp="1"/>
          </p:cNvSpPr>
          <p:nvPr/>
        </p:nvSpPr>
        <p:spPr>
          <a:xfrm xmlns:a="http://schemas.openxmlformats.org/drawingml/2006/main">
            <a:off x="609600" y="1323975"/>
            <a:ext cx="109728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0">
                <a:solidFill>
                  <a:srgbClr val="465866"/>
                </a:solidFill>
                <a:latin typeface="Calibri"/>
                <a:ea typeface="Calibri"/>
                <a:cs typeface="Calibri"/>
              </a:defRPr>
            </a:defPPr>
            <a:lvl1pPr>
              <a:defRPr sz="1725" b="0">
                <a:solidFill>
                  <a:srgbClr val="465866"/>
                </a:solidFill>
                <a:latin typeface="Calibri"/>
                <a:ea typeface="Calibri"/>
                <a:cs typeface="Calibri"/>
              </a:defRPr>
            </a:lvl1pPr>
            <a:lvl2pPr>
              <a:defRPr sz="1725" b="0">
                <a:solidFill>
                  <a:srgbClr val="465866"/>
                </a:solidFill>
                <a:latin typeface="Calibri"/>
                <a:ea typeface="Calibri"/>
                <a:cs typeface="Calibri"/>
              </a:defRPr>
            </a:lvl2pPr>
            <a:lvl3pPr>
              <a:defRPr sz="1725" b="0">
                <a:solidFill>
                  <a:srgbClr val="465866"/>
                </a:solidFill>
                <a:latin typeface="Calibri"/>
                <a:ea typeface="Calibri"/>
                <a:cs typeface="Calibri"/>
              </a:defRPr>
            </a:lvl3pPr>
            <a:lvl4pPr>
              <a:defRPr sz="1725" b="0">
                <a:solidFill>
                  <a:srgbClr val="465866"/>
                </a:solidFill>
                <a:latin typeface="Calibri"/>
                <a:ea typeface="Calibri"/>
                <a:cs typeface="Calibri"/>
              </a:defRPr>
            </a:lvl4pPr>
            <a:lvl5pPr>
              <a:defRPr sz="1725" b="0">
                <a:solidFill>
                  <a:srgbClr val="465866"/>
                </a:solidFill>
                <a:latin typeface="Calibri"/>
                <a:ea typeface="Calibri"/>
                <a:cs typeface="Calibri"/>
              </a:defRPr>
            </a:lvl5pPr>
            <a:lvl6pPr>
              <a:defRPr sz="1725" b="0">
                <a:solidFill>
                  <a:srgbClr val="465866"/>
                </a:solidFill>
                <a:latin typeface="Calibri"/>
                <a:ea typeface="Calibri"/>
                <a:cs typeface="Calibri"/>
              </a:defRPr>
            </a:lvl6pPr>
            <a:lvl7pPr>
              <a:defRPr sz="1725" b="0">
                <a:solidFill>
                  <a:srgbClr val="465866"/>
                </a:solidFill>
                <a:latin typeface="Calibri"/>
                <a:ea typeface="Calibri"/>
                <a:cs typeface="Calibri"/>
              </a:defRPr>
            </a:lvl7pPr>
            <a:lvl8pPr>
              <a:defRPr sz="1725" b="0">
                <a:solidFill>
                  <a:srgbClr val="465866"/>
                </a:solidFill>
                <a:latin typeface="Calibri"/>
                <a:ea typeface="Calibri"/>
                <a:cs typeface="Calibri"/>
              </a:defRPr>
            </a:lvl8pPr>
            <a:lvl9pPr>
              <a:defRPr sz="1725" b="0">
                <a:solidFill>
                  <a:srgbClr val="465866"/>
                </a:solidFill>
                <a:latin typeface="Calibri"/>
                <a:ea typeface="Calibri"/>
                <a:cs typeface="Calibri"/>
              </a:defRPr>
            </a:lvl9pPr>
          </a:lstStyle>
          <a:p xmlns:a="http://schemas.openxmlformats.org/drawingml/2006/main">
            <a:pPr>
              <a:defRPr sz="1725" b="0">
                <a:solidFill>
                  <a:srgbClr val="465866"/>
                </a:solidFill>
                <a:latin typeface="Calibri"/>
                <a:ea typeface="Calibri"/>
                <a:cs typeface="Calibri"/>
              </a:defRPr>
            </a:pPr>
            <a:r>
              <a:rPr sz="1725" b="0">
                <a:solidFill>
                  <a:srgbClr val="465866"/>
                </a:solidFill>
                <a:latin typeface="Calibri"/>
                <a:ea typeface="Calibri"/>
                <a:cs typeface="Calibri"/>
              </a:rPr>
              <a:t>The dated series excludes 129 incidents</a:t>
            </a:r>
          </a:p>
        </p:txBody>
      </p:sp>
      <p:sp>
        <p:nvSpPr>
          <p:cNvPr id="3" name="">
            <a:extLst xmlns:a="http://schemas.openxmlformats.org/drawingml/2006/main">
              <a:ext uri="{FF2B5EF4-FFF2-40B4-BE49-F238E27FC236}">
                <a16:creationId xmlns:a16="http://schemas.microsoft.com/office/drawing/2014/main" id="{7DAEDAB8-8927-4BA0-A873-70F3CE3D8CD4}"/>
              </a:ext>
            </a:extLst>
          </p:cNvPr>
          <p:cNvSpPr>
            <a:spLocks xmlns:a="http://schemas.openxmlformats.org/drawingml/2006/main" noGrp="1"/>
          </p:cNvSpPr>
          <p:nvPr/>
        </p:nvSpPr>
        <p:spPr>
          <a:xfrm xmlns:a="http://schemas.openxmlformats.org/drawingml/2006/main">
            <a:off x="609600" y="6400800"/>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465866"/>
                </a:solidFill>
                <a:latin typeface="Calibri"/>
                <a:ea typeface="Calibri"/>
                <a:cs typeface="Calibri"/>
              </a:defRPr>
            </a:defPPr>
            <a:lvl1pPr>
              <a:defRPr sz="1125" b="0">
                <a:solidFill>
                  <a:srgbClr val="465866"/>
                </a:solidFill>
                <a:latin typeface="Calibri"/>
                <a:ea typeface="Calibri"/>
                <a:cs typeface="Calibri"/>
              </a:defRPr>
            </a:lvl1pPr>
            <a:lvl2pPr>
              <a:defRPr sz="1125" b="0">
                <a:solidFill>
                  <a:srgbClr val="465866"/>
                </a:solidFill>
                <a:latin typeface="Calibri"/>
                <a:ea typeface="Calibri"/>
                <a:cs typeface="Calibri"/>
              </a:defRPr>
            </a:lvl2pPr>
            <a:lvl3pPr>
              <a:defRPr sz="1125" b="0">
                <a:solidFill>
                  <a:srgbClr val="465866"/>
                </a:solidFill>
                <a:latin typeface="Calibri"/>
                <a:ea typeface="Calibri"/>
                <a:cs typeface="Calibri"/>
              </a:defRPr>
            </a:lvl3pPr>
            <a:lvl4pPr>
              <a:defRPr sz="1125" b="0">
                <a:solidFill>
                  <a:srgbClr val="465866"/>
                </a:solidFill>
                <a:latin typeface="Calibri"/>
                <a:ea typeface="Calibri"/>
                <a:cs typeface="Calibri"/>
              </a:defRPr>
            </a:lvl4pPr>
            <a:lvl5pPr>
              <a:defRPr sz="1125" b="0">
                <a:solidFill>
                  <a:srgbClr val="465866"/>
                </a:solidFill>
                <a:latin typeface="Calibri"/>
                <a:ea typeface="Calibri"/>
                <a:cs typeface="Calibri"/>
              </a:defRPr>
            </a:lvl5pPr>
            <a:lvl6pPr>
              <a:defRPr sz="1125" b="0">
                <a:solidFill>
                  <a:srgbClr val="465866"/>
                </a:solidFill>
                <a:latin typeface="Calibri"/>
                <a:ea typeface="Calibri"/>
                <a:cs typeface="Calibri"/>
              </a:defRPr>
            </a:lvl6pPr>
            <a:lvl7pPr>
              <a:defRPr sz="1125" b="0">
                <a:solidFill>
                  <a:srgbClr val="465866"/>
                </a:solidFill>
                <a:latin typeface="Calibri"/>
                <a:ea typeface="Calibri"/>
                <a:cs typeface="Calibri"/>
              </a:defRPr>
            </a:lvl7pPr>
            <a:lvl8pPr>
              <a:defRPr sz="1125" b="0">
                <a:solidFill>
                  <a:srgbClr val="465866"/>
                </a:solidFill>
                <a:latin typeface="Calibri"/>
                <a:ea typeface="Calibri"/>
                <a:cs typeface="Calibri"/>
              </a:defRPr>
            </a:lvl8pPr>
            <a:lvl9pPr>
              <a:defRPr sz="1125" b="0">
                <a:solidFill>
                  <a:srgbClr val="465866"/>
                </a:solidFill>
                <a:latin typeface="Calibri"/>
                <a:ea typeface="Calibri"/>
                <a:cs typeface="Calibri"/>
              </a:defRPr>
            </a:lvl9pPr>
          </a:lstStyle>
          <a:p xmlns:a="http://schemas.openxmlformats.org/drawingml/2006/main">
            <a:pPr>
              <a:defRPr sz="1125" b="0">
                <a:solidFill>
                  <a:srgbClr val="465866"/>
                </a:solidFill>
                <a:latin typeface="Calibri"/>
                <a:ea typeface="Calibri"/>
                <a:cs typeface="Calibri"/>
              </a:defRPr>
            </a:pPr>
            <a:r>
              <a:rPr sz="1125" b="0">
                <a:solidFill>
                  <a:srgbClr val="465866"/>
                </a:solidFill>
                <a:latin typeface="Calibri"/>
                <a:ea typeface="Calibri"/>
                <a:cs typeface="Calibri"/>
              </a:rPr>
              <a:t>SAROJ BHANDARI   /   BIRD STRIKES ASSESSMENT</a:t>
            </a:r>
          </a:p>
        </p:txBody>
      </p:sp>
      <p:sp>
        <p:nvSpPr>
          <p:cNvPr id="4" name="">
            <a:extLst xmlns:a="http://schemas.openxmlformats.org/drawingml/2006/main">
              <a:ext uri="{FF2B5EF4-FFF2-40B4-BE49-F238E27FC236}">
                <a16:creationId xmlns:a16="http://schemas.microsoft.com/office/drawing/2014/main" id="{806D2B11-3A27-4DF1-9DFB-80D6CA85ED45}"/>
              </a:ext>
            </a:extLst>
          </p:cNvPr>
          <p:cNvSpPr>
            <a:spLocks xmlns:a="http://schemas.openxmlformats.org/drawingml/2006/main" noGrp="1"/>
          </p:cNvSpPr>
          <p:nvPr/>
        </p:nvSpPr>
        <p:spPr>
          <a:xfrm xmlns:a="http://schemas.openxmlformats.org/drawingml/2006/main">
            <a:off x="11334750" y="64008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465866"/>
                </a:solidFill>
                <a:latin typeface="Calibri"/>
                <a:ea typeface="Calibri"/>
                <a:cs typeface="Calibri"/>
              </a:defRPr>
            </a:defPPr>
            <a:lvl1pPr>
              <a:defRPr sz="1125" b="0">
                <a:solidFill>
                  <a:srgbClr val="465866"/>
                </a:solidFill>
                <a:latin typeface="Calibri"/>
                <a:ea typeface="Calibri"/>
                <a:cs typeface="Calibri"/>
              </a:defRPr>
            </a:lvl1pPr>
            <a:lvl2pPr>
              <a:defRPr sz="1125" b="0">
                <a:solidFill>
                  <a:srgbClr val="465866"/>
                </a:solidFill>
                <a:latin typeface="Calibri"/>
                <a:ea typeface="Calibri"/>
                <a:cs typeface="Calibri"/>
              </a:defRPr>
            </a:lvl2pPr>
            <a:lvl3pPr>
              <a:defRPr sz="1125" b="0">
                <a:solidFill>
                  <a:srgbClr val="465866"/>
                </a:solidFill>
                <a:latin typeface="Calibri"/>
                <a:ea typeface="Calibri"/>
                <a:cs typeface="Calibri"/>
              </a:defRPr>
            </a:lvl3pPr>
            <a:lvl4pPr>
              <a:defRPr sz="1125" b="0">
                <a:solidFill>
                  <a:srgbClr val="465866"/>
                </a:solidFill>
                <a:latin typeface="Calibri"/>
                <a:ea typeface="Calibri"/>
                <a:cs typeface="Calibri"/>
              </a:defRPr>
            </a:lvl4pPr>
            <a:lvl5pPr>
              <a:defRPr sz="1125" b="0">
                <a:solidFill>
                  <a:srgbClr val="465866"/>
                </a:solidFill>
                <a:latin typeface="Calibri"/>
                <a:ea typeface="Calibri"/>
                <a:cs typeface="Calibri"/>
              </a:defRPr>
            </a:lvl5pPr>
            <a:lvl6pPr>
              <a:defRPr sz="1125" b="0">
                <a:solidFill>
                  <a:srgbClr val="465866"/>
                </a:solidFill>
                <a:latin typeface="Calibri"/>
                <a:ea typeface="Calibri"/>
                <a:cs typeface="Calibri"/>
              </a:defRPr>
            </a:lvl6pPr>
            <a:lvl7pPr>
              <a:defRPr sz="1125" b="0">
                <a:solidFill>
                  <a:srgbClr val="465866"/>
                </a:solidFill>
                <a:latin typeface="Calibri"/>
                <a:ea typeface="Calibri"/>
                <a:cs typeface="Calibri"/>
              </a:defRPr>
            </a:lvl7pPr>
            <a:lvl8pPr>
              <a:defRPr sz="1125" b="0">
                <a:solidFill>
                  <a:srgbClr val="465866"/>
                </a:solidFill>
                <a:latin typeface="Calibri"/>
                <a:ea typeface="Calibri"/>
                <a:cs typeface="Calibri"/>
              </a:defRPr>
            </a:lvl8pPr>
            <a:lvl9pPr>
              <a:defRPr sz="1125" b="0">
                <a:solidFill>
                  <a:srgbClr val="465866"/>
                </a:solidFill>
                <a:latin typeface="Calibri"/>
                <a:ea typeface="Calibri"/>
                <a:cs typeface="Calibri"/>
              </a:defRPr>
            </a:lvl9pPr>
          </a:lstStyle>
          <a:p xmlns:a="http://schemas.openxmlformats.org/drawingml/2006/main">
            <a:pPr>
              <a:defRPr sz="1125" b="0">
                <a:solidFill>
                  <a:srgbClr val="465866"/>
                </a:solidFill>
                <a:latin typeface="Calibri"/>
                <a:ea typeface="Calibri"/>
                <a:cs typeface="Calibri"/>
              </a:defRPr>
            </a:pPr>
            <a:r>
              <a:rPr sz="1125" b="0">
                <a:solidFill>
                  <a:srgbClr val="465866"/>
                </a:solidFill>
                <a:latin typeface="Calibri"/>
                <a:ea typeface="Calibri"/>
                <a:cs typeface="Calibri"/>
              </a:rPr>
              <a:t>8</a:t>
            </a:r>
          </a:p>
        </p:txBody>
      </p:sp>
      <p:graphicFrame>
        <p:nvGraphicFramePr>
          <p:cNvPr id="5" name="Chart">
            <a:extLst xmlns:a="http://schemas.openxmlformats.org/drawingml/2006/main">
              <a:ext uri="{FF2B5EF4-FFF2-40B4-BE49-F238E27FC236}">
                <a16:creationId xmlns:a16="http://schemas.microsoft.com/office/drawing/2014/main" id="{FAD17887-E4C2-4743-8B9A-E90BF3398CF2}"/>
              </a:ext>
            </a:extLst>
          </p:cNvPr>
          <p:cNvGraphicFramePr/>
          <p:nvPr/>
        </p:nvGraphicFramePr>
        <p:xfrm>
          <a:off xmlns:a="http://schemas.openxmlformats.org/drawingml/2006/main" x="809625" y="2143125"/>
          <a:ext xmlns:a="http://schemas.openxmlformats.org/drawingml/2006/main" cx="10572750" cy="3429000"/>
        </p:xfrm>
        <a:graphic xmlns:a="http://schemas.openxmlformats.org/drawingml/2006/main">
          <a:graphicData uri="http://schemas.openxmlformats.org/drawingml/2006/chart">
            <c:chart xmlns:r="http://schemas.openxmlformats.org/officeDocument/2006/relationships" xmlns:c="http://schemas.openxmlformats.org/drawingml/2006/chart" r:id="Rbe3b0d656a8d4501"/>
          </a:graphicData>
        </a:graphic>
      </p:graphicFrame>
      <p:sp>
        <p:nvSpPr>
          <p:cNvPr id="6" name="">
            <a:extLst xmlns:a="http://schemas.openxmlformats.org/drawingml/2006/main">
              <a:ext uri="{FF2B5EF4-FFF2-40B4-BE49-F238E27FC236}">
                <a16:creationId xmlns:a16="http://schemas.microsoft.com/office/drawing/2014/main" id="{B3307555-8A14-4B85-88FB-6911518D2044}"/>
              </a:ext>
            </a:extLst>
          </p:cNvPr>
          <p:cNvSpPr>
            <a:spLocks xmlns:a="http://schemas.openxmlformats.org/drawingml/2006/main" noGrp="1"/>
          </p:cNvSpPr>
          <p:nvPr/>
        </p:nvSpPr>
        <p:spPr>
          <a:xfrm xmlns:a="http://schemas.openxmlformats.org/drawingml/2006/main">
            <a:off x="609600" y="5695950"/>
            <a:ext cx="109728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0">
                <a:solidFill>
                  <a:srgbClr val="465866"/>
                </a:solidFill>
                <a:latin typeface="Calibri"/>
                <a:ea typeface="Calibri"/>
                <a:cs typeface="Calibri"/>
              </a:defRPr>
            </a:defPPr>
            <a:lvl1pPr>
              <a:defRPr sz="1725" b="0">
                <a:solidFill>
                  <a:srgbClr val="465866"/>
                </a:solidFill>
                <a:latin typeface="Calibri"/>
                <a:ea typeface="Calibri"/>
                <a:cs typeface="Calibri"/>
              </a:defRPr>
            </a:lvl1pPr>
            <a:lvl2pPr>
              <a:defRPr sz="1725" b="0">
                <a:solidFill>
                  <a:srgbClr val="465866"/>
                </a:solidFill>
                <a:latin typeface="Calibri"/>
                <a:ea typeface="Calibri"/>
                <a:cs typeface="Calibri"/>
              </a:defRPr>
            </a:lvl2pPr>
            <a:lvl3pPr>
              <a:defRPr sz="1725" b="0">
                <a:solidFill>
                  <a:srgbClr val="465866"/>
                </a:solidFill>
                <a:latin typeface="Calibri"/>
                <a:ea typeface="Calibri"/>
                <a:cs typeface="Calibri"/>
              </a:defRPr>
            </a:lvl3pPr>
            <a:lvl4pPr>
              <a:defRPr sz="1725" b="0">
                <a:solidFill>
                  <a:srgbClr val="465866"/>
                </a:solidFill>
                <a:latin typeface="Calibri"/>
                <a:ea typeface="Calibri"/>
                <a:cs typeface="Calibri"/>
              </a:defRPr>
            </a:lvl4pPr>
            <a:lvl5pPr>
              <a:defRPr sz="1725" b="0">
                <a:solidFill>
                  <a:srgbClr val="465866"/>
                </a:solidFill>
                <a:latin typeface="Calibri"/>
                <a:ea typeface="Calibri"/>
                <a:cs typeface="Calibri"/>
              </a:defRPr>
            </a:lvl5pPr>
            <a:lvl6pPr>
              <a:defRPr sz="1725" b="0">
                <a:solidFill>
                  <a:srgbClr val="465866"/>
                </a:solidFill>
                <a:latin typeface="Calibri"/>
                <a:ea typeface="Calibri"/>
                <a:cs typeface="Calibri"/>
              </a:defRPr>
            </a:lvl6pPr>
            <a:lvl7pPr>
              <a:defRPr sz="1725" b="0">
                <a:solidFill>
                  <a:srgbClr val="465866"/>
                </a:solidFill>
                <a:latin typeface="Calibri"/>
                <a:ea typeface="Calibri"/>
                <a:cs typeface="Calibri"/>
              </a:defRPr>
            </a:lvl7pPr>
            <a:lvl8pPr>
              <a:defRPr sz="1725" b="0">
                <a:solidFill>
                  <a:srgbClr val="465866"/>
                </a:solidFill>
                <a:latin typeface="Calibri"/>
                <a:ea typeface="Calibri"/>
                <a:cs typeface="Calibri"/>
              </a:defRPr>
            </a:lvl8pPr>
            <a:lvl9pPr>
              <a:defRPr sz="1725" b="0">
                <a:solidFill>
                  <a:srgbClr val="465866"/>
                </a:solidFill>
                <a:latin typeface="Calibri"/>
                <a:ea typeface="Calibri"/>
                <a:cs typeface="Calibri"/>
              </a:defRPr>
            </a:lvl9pPr>
          </a:lstStyle>
          <a:p xmlns:a="http://schemas.openxmlformats.org/drawingml/2006/main">
            <a:pPr>
              <a:defRPr sz="1725" b="0">
                <a:solidFill>
                  <a:srgbClr val="465866"/>
                </a:solidFill>
                <a:latin typeface="Calibri"/>
                <a:ea typeface="Calibri"/>
                <a:cs typeface="Calibri"/>
              </a:defRPr>
            </a:pPr>
            <a:r>
              <a:rPr sz="1725" b="0">
                <a:solidFill>
                  <a:srgbClr val="465866"/>
                </a:solidFill>
                <a:latin typeface="Calibri"/>
                <a:ea typeface="Calibri"/>
                <a:cs typeface="Calibri"/>
              </a:rPr>
              <a:t>1,367 reports in 2000; 2,952 in 2011. Traffic and reporting changes are hypotheses.</a:t>
            </a:r>
          </a:p>
        </p:txBody>
      </p:sp>
    </p:spTree>
    <p:extLst>
      <p:ext uri="{BB962C8B-B14F-4D97-AF65-F5344CB8AC3E}">
        <p14:creationId xmlns:p14="http://schemas.microsoft.com/office/powerpoint/2010/main" val="117167055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806FABA-3BB6-4669-874B-CEA9C97182AA}"/>
              </a:ext>
            </a:extLst>
          </p:cNvPr>
          <p:cNvSpPr>
            <a:spLocks xmlns:a="http://schemas.openxmlformats.org/drawingml/2006/main" noGrp="1"/>
          </p:cNvSpPr>
          <p:nvPr/>
        </p:nvSpPr>
        <p:spPr>
          <a:xfrm xmlns:a="http://schemas.openxmlformats.org/drawingml/2006/main">
            <a:off x="609600" y="457200"/>
            <a:ext cx="109728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225" b="1">
                <a:solidFill>
                  <a:srgbClr val="153C4D"/>
                </a:solidFill>
                <a:latin typeface="Calibri"/>
                <a:ea typeface="Calibri"/>
                <a:cs typeface="Calibri"/>
              </a:defRPr>
            </a:defPPr>
            <a:lvl1pPr>
              <a:defRPr sz="3225" b="1">
                <a:solidFill>
                  <a:srgbClr val="153C4D"/>
                </a:solidFill>
                <a:latin typeface="Calibri"/>
                <a:ea typeface="Calibri"/>
                <a:cs typeface="Calibri"/>
              </a:defRPr>
            </a:lvl1pPr>
            <a:lvl2pPr>
              <a:defRPr sz="3225" b="1">
                <a:solidFill>
                  <a:srgbClr val="153C4D"/>
                </a:solidFill>
                <a:latin typeface="Calibri"/>
                <a:ea typeface="Calibri"/>
                <a:cs typeface="Calibri"/>
              </a:defRPr>
            </a:lvl2pPr>
            <a:lvl3pPr>
              <a:defRPr sz="3225" b="1">
                <a:solidFill>
                  <a:srgbClr val="153C4D"/>
                </a:solidFill>
                <a:latin typeface="Calibri"/>
                <a:ea typeface="Calibri"/>
                <a:cs typeface="Calibri"/>
              </a:defRPr>
            </a:lvl3pPr>
            <a:lvl4pPr>
              <a:defRPr sz="3225" b="1">
                <a:solidFill>
                  <a:srgbClr val="153C4D"/>
                </a:solidFill>
                <a:latin typeface="Calibri"/>
                <a:ea typeface="Calibri"/>
                <a:cs typeface="Calibri"/>
              </a:defRPr>
            </a:lvl4pPr>
            <a:lvl5pPr>
              <a:defRPr sz="3225" b="1">
                <a:solidFill>
                  <a:srgbClr val="153C4D"/>
                </a:solidFill>
                <a:latin typeface="Calibri"/>
                <a:ea typeface="Calibri"/>
                <a:cs typeface="Calibri"/>
              </a:defRPr>
            </a:lvl5pPr>
            <a:lvl6pPr>
              <a:defRPr sz="3225" b="1">
                <a:solidFill>
                  <a:srgbClr val="153C4D"/>
                </a:solidFill>
                <a:latin typeface="Calibri"/>
                <a:ea typeface="Calibri"/>
                <a:cs typeface="Calibri"/>
              </a:defRPr>
            </a:lvl6pPr>
            <a:lvl7pPr>
              <a:defRPr sz="3225" b="1">
                <a:solidFill>
                  <a:srgbClr val="153C4D"/>
                </a:solidFill>
                <a:latin typeface="Calibri"/>
                <a:ea typeface="Calibri"/>
                <a:cs typeface="Calibri"/>
              </a:defRPr>
            </a:lvl7pPr>
            <a:lvl8pPr>
              <a:defRPr sz="3225" b="1">
                <a:solidFill>
                  <a:srgbClr val="153C4D"/>
                </a:solidFill>
                <a:latin typeface="Calibri"/>
                <a:ea typeface="Calibri"/>
                <a:cs typeface="Calibri"/>
              </a:defRPr>
            </a:lvl8pPr>
            <a:lvl9pPr>
              <a:defRPr sz="3225" b="1">
                <a:solidFill>
                  <a:srgbClr val="153C4D"/>
                </a:solidFill>
                <a:latin typeface="Calibri"/>
                <a:ea typeface="Calibri"/>
                <a:cs typeface="Calibri"/>
              </a:defRPr>
            </a:lvl9pPr>
          </a:lstStyle>
          <a:p xmlns:a="http://schemas.openxmlformats.org/drawingml/2006/main">
            <a:pPr>
              <a:defRPr sz="3225" b="1">
                <a:solidFill>
                  <a:srgbClr val="153C4D"/>
                </a:solidFill>
                <a:latin typeface="Calibri"/>
                <a:ea typeface="Calibri"/>
                <a:cs typeface="Calibri"/>
              </a:defRPr>
            </a:pPr>
            <a:r>
              <a:rPr sz="3225" b="1">
                <a:solidFill>
                  <a:srgbClr val="153C4D"/>
                </a:solidFill>
                <a:latin typeface="Calibri"/>
                <a:ea typeface="Calibri"/>
                <a:cs typeface="Calibri"/>
              </a:rPr>
              <a:t>Species impact and cost coverage</a:t>
            </a:r>
          </a:p>
        </p:txBody>
      </p:sp>
      <p:sp>
        <p:nvSpPr>
          <p:cNvPr id="2" name="">
            <a:extLst xmlns:a="http://schemas.openxmlformats.org/drawingml/2006/main">
              <a:ext uri="{FF2B5EF4-FFF2-40B4-BE49-F238E27FC236}">
                <a16:creationId xmlns:a16="http://schemas.microsoft.com/office/drawing/2014/main" id="{4EC6E8A8-E877-40B2-A9A5-37883F306A80}"/>
              </a:ext>
            </a:extLst>
          </p:cNvPr>
          <p:cNvSpPr>
            <a:spLocks xmlns:a="http://schemas.openxmlformats.org/drawingml/2006/main" noGrp="1"/>
          </p:cNvSpPr>
          <p:nvPr/>
        </p:nvSpPr>
        <p:spPr>
          <a:xfrm xmlns:a="http://schemas.openxmlformats.org/drawingml/2006/main">
            <a:off x="609600" y="1323975"/>
            <a:ext cx="109728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0">
                <a:solidFill>
                  <a:srgbClr val="465866"/>
                </a:solidFill>
                <a:latin typeface="Calibri"/>
                <a:ea typeface="Calibri"/>
                <a:cs typeface="Calibri"/>
              </a:defRPr>
            </a:defPPr>
            <a:lvl1pPr>
              <a:defRPr sz="1725" b="0">
                <a:solidFill>
                  <a:srgbClr val="465866"/>
                </a:solidFill>
                <a:latin typeface="Calibri"/>
                <a:ea typeface="Calibri"/>
                <a:cs typeface="Calibri"/>
              </a:defRPr>
            </a:lvl1pPr>
            <a:lvl2pPr>
              <a:defRPr sz="1725" b="0">
                <a:solidFill>
                  <a:srgbClr val="465866"/>
                </a:solidFill>
                <a:latin typeface="Calibri"/>
                <a:ea typeface="Calibri"/>
                <a:cs typeface="Calibri"/>
              </a:defRPr>
            </a:lvl2pPr>
            <a:lvl3pPr>
              <a:defRPr sz="1725" b="0">
                <a:solidFill>
                  <a:srgbClr val="465866"/>
                </a:solidFill>
                <a:latin typeface="Calibri"/>
                <a:ea typeface="Calibri"/>
                <a:cs typeface="Calibri"/>
              </a:defRPr>
            </a:lvl3pPr>
            <a:lvl4pPr>
              <a:defRPr sz="1725" b="0">
                <a:solidFill>
                  <a:srgbClr val="465866"/>
                </a:solidFill>
                <a:latin typeface="Calibri"/>
                <a:ea typeface="Calibri"/>
                <a:cs typeface="Calibri"/>
              </a:defRPr>
            </a:lvl4pPr>
            <a:lvl5pPr>
              <a:defRPr sz="1725" b="0">
                <a:solidFill>
                  <a:srgbClr val="465866"/>
                </a:solidFill>
                <a:latin typeface="Calibri"/>
                <a:ea typeface="Calibri"/>
                <a:cs typeface="Calibri"/>
              </a:defRPr>
            </a:lvl5pPr>
            <a:lvl6pPr>
              <a:defRPr sz="1725" b="0">
                <a:solidFill>
                  <a:srgbClr val="465866"/>
                </a:solidFill>
                <a:latin typeface="Calibri"/>
                <a:ea typeface="Calibri"/>
                <a:cs typeface="Calibri"/>
              </a:defRPr>
            </a:lvl6pPr>
            <a:lvl7pPr>
              <a:defRPr sz="1725" b="0">
                <a:solidFill>
                  <a:srgbClr val="465866"/>
                </a:solidFill>
                <a:latin typeface="Calibri"/>
                <a:ea typeface="Calibri"/>
                <a:cs typeface="Calibri"/>
              </a:defRPr>
            </a:lvl7pPr>
            <a:lvl8pPr>
              <a:defRPr sz="1725" b="0">
                <a:solidFill>
                  <a:srgbClr val="465866"/>
                </a:solidFill>
                <a:latin typeface="Calibri"/>
                <a:ea typeface="Calibri"/>
                <a:cs typeface="Calibri"/>
              </a:defRPr>
            </a:lvl8pPr>
            <a:lvl9pPr>
              <a:defRPr sz="1725" b="0">
                <a:solidFill>
                  <a:srgbClr val="465866"/>
                </a:solidFill>
                <a:latin typeface="Calibri"/>
                <a:ea typeface="Calibri"/>
                <a:cs typeface="Calibri"/>
              </a:defRPr>
            </a:lvl9pPr>
          </a:lstStyle>
          <a:p xmlns:a="http://schemas.openxmlformats.org/drawingml/2006/main">
            <a:pPr>
              <a:defRPr sz="1725" b="0">
                <a:solidFill>
                  <a:srgbClr val="465866"/>
                </a:solidFill>
                <a:latin typeface="Calibri"/>
                <a:ea typeface="Calibri"/>
                <a:cs typeface="Calibri"/>
              </a:defRPr>
            </a:pPr>
            <a:r>
              <a:rPr sz="1725" b="0">
                <a:solidFill>
                  <a:srgbClr val="465866"/>
                </a:solidFill>
                <a:latin typeface="Calibri"/>
                <a:ea typeface="Calibri"/>
                <a:cs typeface="Calibri"/>
              </a:rPr>
              <a:t>Only 4.79% of incidents have a positive recorded cost</a:t>
            </a:r>
          </a:p>
        </p:txBody>
      </p:sp>
      <p:sp>
        <p:nvSpPr>
          <p:cNvPr id="3" name="">
            <a:extLst xmlns:a="http://schemas.openxmlformats.org/drawingml/2006/main">
              <a:ext uri="{FF2B5EF4-FFF2-40B4-BE49-F238E27FC236}">
                <a16:creationId xmlns:a16="http://schemas.microsoft.com/office/drawing/2014/main" id="{CC98BB46-8134-45DE-B18F-9FF0FD4FA600}"/>
              </a:ext>
            </a:extLst>
          </p:cNvPr>
          <p:cNvSpPr>
            <a:spLocks xmlns:a="http://schemas.openxmlformats.org/drawingml/2006/main" noGrp="1"/>
          </p:cNvSpPr>
          <p:nvPr/>
        </p:nvSpPr>
        <p:spPr>
          <a:xfrm xmlns:a="http://schemas.openxmlformats.org/drawingml/2006/main">
            <a:off x="609600" y="6400800"/>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465866"/>
                </a:solidFill>
                <a:latin typeface="Calibri"/>
                <a:ea typeface="Calibri"/>
                <a:cs typeface="Calibri"/>
              </a:defRPr>
            </a:defPPr>
            <a:lvl1pPr>
              <a:defRPr sz="1125" b="0">
                <a:solidFill>
                  <a:srgbClr val="465866"/>
                </a:solidFill>
                <a:latin typeface="Calibri"/>
                <a:ea typeface="Calibri"/>
                <a:cs typeface="Calibri"/>
              </a:defRPr>
            </a:lvl1pPr>
            <a:lvl2pPr>
              <a:defRPr sz="1125" b="0">
                <a:solidFill>
                  <a:srgbClr val="465866"/>
                </a:solidFill>
                <a:latin typeface="Calibri"/>
                <a:ea typeface="Calibri"/>
                <a:cs typeface="Calibri"/>
              </a:defRPr>
            </a:lvl2pPr>
            <a:lvl3pPr>
              <a:defRPr sz="1125" b="0">
                <a:solidFill>
                  <a:srgbClr val="465866"/>
                </a:solidFill>
                <a:latin typeface="Calibri"/>
                <a:ea typeface="Calibri"/>
                <a:cs typeface="Calibri"/>
              </a:defRPr>
            </a:lvl3pPr>
            <a:lvl4pPr>
              <a:defRPr sz="1125" b="0">
                <a:solidFill>
                  <a:srgbClr val="465866"/>
                </a:solidFill>
                <a:latin typeface="Calibri"/>
                <a:ea typeface="Calibri"/>
                <a:cs typeface="Calibri"/>
              </a:defRPr>
            </a:lvl4pPr>
            <a:lvl5pPr>
              <a:defRPr sz="1125" b="0">
                <a:solidFill>
                  <a:srgbClr val="465866"/>
                </a:solidFill>
                <a:latin typeface="Calibri"/>
                <a:ea typeface="Calibri"/>
                <a:cs typeface="Calibri"/>
              </a:defRPr>
            </a:lvl5pPr>
            <a:lvl6pPr>
              <a:defRPr sz="1125" b="0">
                <a:solidFill>
                  <a:srgbClr val="465866"/>
                </a:solidFill>
                <a:latin typeface="Calibri"/>
                <a:ea typeface="Calibri"/>
                <a:cs typeface="Calibri"/>
              </a:defRPr>
            </a:lvl6pPr>
            <a:lvl7pPr>
              <a:defRPr sz="1125" b="0">
                <a:solidFill>
                  <a:srgbClr val="465866"/>
                </a:solidFill>
                <a:latin typeface="Calibri"/>
                <a:ea typeface="Calibri"/>
                <a:cs typeface="Calibri"/>
              </a:defRPr>
            </a:lvl7pPr>
            <a:lvl8pPr>
              <a:defRPr sz="1125" b="0">
                <a:solidFill>
                  <a:srgbClr val="465866"/>
                </a:solidFill>
                <a:latin typeface="Calibri"/>
                <a:ea typeface="Calibri"/>
                <a:cs typeface="Calibri"/>
              </a:defRPr>
            </a:lvl8pPr>
            <a:lvl9pPr>
              <a:defRPr sz="1125" b="0">
                <a:solidFill>
                  <a:srgbClr val="465866"/>
                </a:solidFill>
                <a:latin typeface="Calibri"/>
                <a:ea typeface="Calibri"/>
                <a:cs typeface="Calibri"/>
              </a:defRPr>
            </a:lvl9pPr>
          </a:lstStyle>
          <a:p xmlns:a="http://schemas.openxmlformats.org/drawingml/2006/main">
            <a:pPr>
              <a:defRPr sz="1125" b="0">
                <a:solidFill>
                  <a:srgbClr val="465866"/>
                </a:solidFill>
                <a:latin typeface="Calibri"/>
                <a:ea typeface="Calibri"/>
                <a:cs typeface="Calibri"/>
              </a:defRPr>
            </a:pPr>
            <a:r>
              <a:rPr sz="1125" b="0">
                <a:solidFill>
                  <a:srgbClr val="465866"/>
                </a:solidFill>
                <a:latin typeface="Calibri"/>
                <a:ea typeface="Calibri"/>
                <a:cs typeface="Calibri"/>
              </a:rPr>
              <a:t>SAROJ BHANDARI   /   BIRD STRIKES ASSESSMENT</a:t>
            </a:r>
          </a:p>
        </p:txBody>
      </p:sp>
      <p:sp>
        <p:nvSpPr>
          <p:cNvPr id="4" name="">
            <a:extLst xmlns:a="http://schemas.openxmlformats.org/drawingml/2006/main">
              <a:ext uri="{FF2B5EF4-FFF2-40B4-BE49-F238E27FC236}">
                <a16:creationId xmlns:a16="http://schemas.microsoft.com/office/drawing/2014/main" id="{826022EB-D37E-4483-996D-3A92ED5408F5}"/>
              </a:ext>
            </a:extLst>
          </p:cNvPr>
          <p:cNvSpPr>
            <a:spLocks xmlns:a="http://schemas.openxmlformats.org/drawingml/2006/main" noGrp="1"/>
          </p:cNvSpPr>
          <p:nvPr/>
        </p:nvSpPr>
        <p:spPr>
          <a:xfrm xmlns:a="http://schemas.openxmlformats.org/drawingml/2006/main">
            <a:off x="11334750" y="64008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465866"/>
                </a:solidFill>
                <a:latin typeface="Calibri"/>
                <a:ea typeface="Calibri"/>
                <a:cs typeface="Calibri"/>
              </a:defRPr>
            </a:defPPr>
            <a:lvl1pPr>
              <a:defRPr sz="1125" b="0">
                <a:solidFill>
                  <a:srgbClr val="465866"/>
                </a:solidFill>
                <a:latin typeface="Calibri"/>
                <a:ea typeface="Calibri"/>
                <a:cs typeface="Calibri"/>
              </a:defRPr>
            </a:lvl1pPr>
            <a:lvl2pPr>
              <a:defRPr sz="1125" b="0">
                <a:solidFill>
                  <a:srgbClr val="465866"/>
                </a:solidFill>
                <a:latin typeface="Calibri"/>
                <a:ea typeface="Calibri"/>
                <a:cs typeface="Calibri"/>
              </a:defRPr>
            </a:lvl2pPr>
            <a:lvl3pPr>
              <a:defRPr sz="1125" b="0">
                <a:solidFill>
                  <a:srgbClr val="465866"/>
                </a:solidFill>
                <a:latin typeface="Calibri"/>
                <a:ea typeface="Calibri"/>
                <a:cs typeface="Calibri"/>
              </a:defRPr>
            </a:lvl3pPr>
            <a:lvl4pPr>
              <a:defRPr sz="1125" b="0">
                <a:solidFill>
                  <a:srgbClr val="465866"/>
                </a:solidFill>
                <a:latin typeface="Calibri"/>
                <a:ea typeface="Calibri"/>
                <a:cs typeface="Calibri"/>
              </a:defRPr>
            </a:lvl4pPr>
            <a:lvl5pPr>
              <a:defRPr sz="1125" b="0">
                <a:solidFill>
                  <a:srgbClr val="465866"/>
                </a:solidFill>
                <a:latin typeface="Calibri"/>
                <a:ea typeface="Calibri"/>
                <a:cs typeface="Calibri"/>
              </a:defRPr>
            </a:lvl5pPr>
            <a:lvl6pPr>
              <a:defRPr sz="1125" b="0">
                <a:solidFill>
                  <a:srgbClr val="465866"/>
                </a:solidFill>
                <a:latin typeface="Calibri"/>
                <a:ea typeface="Calibri"/>
                <a:cs typeface="Calibri"/>
              </a:defRPr>
            </a:lvl6pPr>
            <a:lvl7pPr>
              <a:defRPr sz="1125" b="0">
                <a:solidFill>
                  <a:srgbClr val="465866"/>
                </a:solidFill>
                <a:latin typeface="Calibri"/>
                <a:ea typeface="Calibri"/>
                <a:cs typeface="Calibri"/>
              </a:defRPr>
            </a:lvl7pPr>
            <a:lvl8pPr>
              <a:defRPr sz="1125" b="0">
                <a:solidFill>
                  <a:srgbClr val="465866"/>
                </a:solidFill>
                <a:latin typeface="Calibri"/>
                <a:ea typeface="Calibri"/>
                <a:cs typeface="Calibri"/>
              </a:defRPr>
            </a:lvl8pPr>
            <a:lvl9pPr>
              <a:defRPr sz="1125" b="0">
                <a:solidFill>
                  <a:srgbClr val="465866"/>
                </a:solidFill>
                <a:latin typeface="Calibri"/>
                <a:ea typeface="Calibri"/>
                <a:cs typeface="Calibri"/>
              </a:defRPr>
            </a:lvl9pPr>
          </a:lstStyle>
          <a:p xmlns:a="http://schemas.openxmlformats.org/drawingml/2006/main">
            <a:pPr>
              <a:defRPr sz="1125" b="0">
                <a:solidFill>
                  <a:srgbClr val="465866"/>
                </a:solidFill>
                <a:latin typeface="Calibri"/>
                <a:ea typeface="Calibri"/>
                <a:cs typeface="Calibri"/>
              </a:defRPr>
            </a:pPr>
            <a:r>
              <a:rPr sz="1125" b="0">
                <a:solidFill>
                  <a:srgbClr val="465866"/>
                </a:solidFill>
                <a:latin typeface="Calibri"/>
                <a:ea typeface="Calibri"/>
                <a:cs typeface="Calibri"/>
              </a:rPr>
              <a:t>9</a:t>
            </a:r>
          </a:p>
        </p:txBody>
      </p:sp>
      <p:graphicFrame>
        <p:nvGraphicFramePr>
          <p:cNvPr id="5" name="">
            <a:extLst xmlns:a="http://schemas.openxmlformats.org/drawingml/2006/main">
              <a:ext uri="{FF2B5EF4-FFF2-40B4-BE49-F238E27FC236}">
                <a16:creationId xmlns:a16="http://schemas.microsoft.com/office/drawing/2014/main" id="{C784D77B-44E3-453A-8DD2-CC9FB7DBADF4}"/>
              </a:ext>
            </a:extLst>
          </p:cNvPr>
          <p:cNvGraphicFramePr/>
          <p:nvPr/>
        </p:nvGraphicFramePr>
        <p:xfrm>
          <a:off xmlns:a="http://schemas.openxmlformats.org/drawingml/2006/main" x="609600" y="2190750"/>
          <a:ext xmlns:a="http://schemas.openxmlformats.org/drawingml/2006/main" cx="10972800" cy="2286000"/>
        </p:xfrm>
        <a:graphic xmlns:a="http://schemas.openxmlformats.org/drawingml/2006/main">
          <a:graphicData uri="http://schemas.openxmlformats.org/drawingml/2006/table">
            <a:tbl>
              <a:tblPr/>
              <a:tblGrid>
                <a:gridCol w="4095750"/>
                <a:gridCol w="1714500"/>
                <a:gridCol w="2000250"/>
                <a:gridCol w="3162300"/>
              </a:tblGrid>
              <a:tr h="571500">
                <a:tc>
                  <a:txBody>
                    <a:bodyPr/>
                    <a:lstStyle/>
                    <a:p>
                      <a:r>
                        <a:rPr sz="1725" b="1">
                          <a:solidFill>
                            <a:srgbClr val="FFFFFF"/>
                          </a:solidFill>
                          <a:latin typeface="Calibri"/>
                          <a:ea typeface="Calibri"/>
                          <a:cs typeface="Calibri"/>
                        </a:rPr>
                        <a:t>Species</a:t>
                      </a:r>
                    </a:p>
                  </a:txBody>
                  <a:tcPr marL="91440" marR="91440" marT="45720" marB="45720">
                    <a:lnL w="9525">
                      <a:solidFill>
                        <a:srgbClr val="D9E2E7"/>
                      </a:solidFill>
                      <a:prstDash val="solid"/>
                    </a:lnL>
                    <a:lnR w="9525">
                      <a:solidFill>
                        <a:srgbClr val="D9E2E7"/>
                      </a:solidFill>
                      <a:prstDash val="solid"/>
                    </a:lnR>
                    <a:lnT w="9525">
                      <a:solidFill>
                        <a:srgbClr val="D9E2E7"/>
                      </a:solidFill>
                      <a:prstDash val="solid"/>
                    </a:lnT>
                    <a:lnB w="9525">
                      <a:solidFill>
                        <a:srgbClr val="D9E2E7"/>
                      </a:solidFill>
                      <a:prstDash val="solid"/>
                    </a:lnB>
                    <a:solidFill>
                      <a:srgbClr val="153C4D"/>
                    </a:solidFill>
                  </a:tcPr>
                </a:tc>
                <a:tc>
                  <a:txBody>
                    <a:bodyPr/>
                    <a:lstStyle/>
                    <a:p>
                      <a:r>
                        <a:rPr sz="1725" b="1">
                          <a:solidFill>
                            <a:srgbClr val="FFFFFF"/>
                          </a:solidFill>
                          <a:latin typeface="Calibri"/>
                          <a:ea typeface="Calibri"/>
                          <a:cs typeface="Calibri"/>
                        </a:rPr>
                        <a:t>Incidents</a:t>
                      </a:r>
                    </a:p>
                  </a:txBody>
                  <a:tcPr marL="91440" marR="91440" marT="45720" marB="45720">
                    <a:lnR w="9525">
                      <a:solidFill>
                        <a:srgbClr val="D9E2E7"/>
                      </a:solidFill>
                      <a:prstDash val="solid"/>
                    </a:lnR>
                    <a:lnT w="9525">
                      <a:solidFill>
                        <a:srgbClr val="D9E2E7"/>
                      </a:solidFill>
                      <a:prstDash val="solid"/>
                    </a:lnT>
                    <a:lnB w="9525">
                      <a:solidFill>
                        <a:srgbClr val="D9E2E7"/>
                      </a:solidFill>
                      <a:prstDash val="solid"/>
                    </a:lnB>
                    <a:solidFill>
                      <a:srgbClr val="153C4D"/>
                    </a:solidFill>
                  </a:tcPr>
                </a:tc>
                <a:tc>
                  <a:txBody>
                    <a:bodyPr/>
                    <a:lstStyle/>
                    <a:p>
                      <a:r>
                        <a:rPr sz="1725" b="1">
                          <a:solidFill>
                            <a:srgbClr val="FFFFFF"/>
                          </a:solidFill>
                          <a:latin typeface="Calibri"/>
                          <a:ea typeface="Calibri"/>
                          <a:cs typeface="Calibri"/>
                        </a:rPr>
                        <a:t>Damage share</a:t>
                      </a:r>
                    </a:p>
                  </a:txBody>
                  <a:tcPr marL="91440" marR="91440" marT="45720" marB="45720">
                    <a:lnR w="9525">
                      <a:solidFill>
                        <a:srgbClr val="D9E2E7"/>
                      </a:solidFill>
                      <a:prstDash val="solid"/>
                    </a:lnR>
                    <a:lnT w="9525">
                      <a:solidFill>
                        <a:srgbClr val="D9E2E7"/>
                      </a:solidFill>
                      <a:prstDash val="solid"/>
                    </a:lnT>
                    <a:lnB w="9525">
                      <a:solidFill>
                        <a:srgbClr val="D9E2E7"/>
                      </a:solidFill>
                      <a:prstDash val="solid"/>
                    </a:lnB>
                    <a:solidFill>
                      <a:srgbClr val="153C4D"/>
                    </a:solidFill>
                  </a:tcPr>
                </a:tc>
                <a:tc>
                  <a:txBody>
                    <a:bodyPr/>
                    <a:lstStyle/>
                    <a:p>
                      <a:r>
                        <a:rPr sz="1725" b="1">
                          <a:solidFill>
                            <a:srgbClr val="FFFFFF"/>
                          </a:solidFill>
                          <a:latin typeface="Calibri"/>
                          <a:ea typeface="Calibri"/>
                          <a:cs typeface="Calibri"/>
                        </a:rPr>
                        <a:t>Reported cost</a:t>
                      </a:r>
                    </a:p>
                  </a:txBody>
                  <a:tcPr marL="91440" marR="91440" marT="45720" marB="45720">
                    <a:lnR w="9525">
                      <a:solidFill>
                        <a:srgbClr val="D9E2E7"/>
                      </a:solidFill>
                      <a:prstDash val="solid"/>
                    </a:lnR>
                    <a:lnT w="9525">
                      <a:solidFill>
                        <a:srgbClr val="D9E2E7"/>
                      </a:solidFill>
                      <a:prstDash val="solid"/>
                    </a:lnT>
                    <a:lnB w="9525">
                      <a:solidFill>
                        <a:srgbClr val="D9E2E7"/>
                      </a:solidFill>
                      <a:prstDash val="solid"/>
                    </a:lnB>
                    <a:solidFill>
                      <a:srgbClr val="153C4D"/>
                    </a:solidFill>
                  </a:tcPr>
                </a:tc>
              </a:tr>
              <a:tr h="571500">
                <a:tc>
                  <a:txBody>
                    <a:bodyPr/>
                    <a:lstStyle/>
                    <a:p>
                      <a:r>
                        <a:rPr sz="1725" b="0">
                          <a:solidFill>
                            <a:srgbClr val="153C4D"/>
                          </a:solidFill>
                          <a:latin typeface="Calibri"/>
                          <a:ea typeface="Calibri"/>
                          <a:cs typeface="Calibri"/>
                        </a:rPr>
                        <a:t>Canada goose</a:t>
                      </a:r>
                    </a:p>
                  </a:txBody>
                  <a:tcPr marL="91440" marR="91440" marT="45720" marB="45720">
                    <a:lnL w="9525">
                      <a:solidFill>
                        <a:srgbClr val="D9E2E7"/>
                      </a:solidFill>
                      <a:prstDash val="solid"/>
                    </a:lnL>
                    <a:lnR w="9525">
                      <a:solidFill>
                        <a:srgbClr val="D9E2E7"/>
                      </a:solidFill>
                      <a:prstDash val="solid"/>
                    </a:lnR>
                    <a:lnB w="9525">
                      <a:solidFill>
                        <a:srgbClr val="D9E2E7"/>
                      </a:solidFill>
                      <a:prstDash val="solid"/>
                    </a:lnB>
                    <a:solidFill>
                      <a:srgbClr val="F0F5F7"/>
                    </a:solidFill>
                  </a:tcPr>
                </a:tc>
                <a:tc>
                  <a:txBody>
                    <a:bodyPr/>
                    <a:lstStyle/>
                    <a:p>
                      <a:r>
                        <a:rPr sz="1725" b="0">
                          <a:solidFill>
                            <a:srgbClr val="153C4D"/>
                          </a:solidFill>
                          <a:latin typeface="Calibri"/>
                          <a:ea typeface="Calibri"/>
                          <a:cs typeface="Calibri"/>
                        </a:rPr>
                        <a:t>370</a:t>
                      </a:r>
                    </a:p>
                  </a:txBody>
                  <a:tcPr marL="91440" marR="91440" marT="45720" marB="45720">
                    <a:lnR w="9525">
                      <a:solidFill>
                        <a:srgbClr val="D9E2E7"/>
                      </a:solidFill>
                      <a:prstDash val="solid"/>
                    </a:lnR>
                    <a:lnB w="9525">
                      <a:solidFill>
                        <a:srgbClr val="D9E2E7"/>
                      </a:solidFill>
                      <a:prstDash val="solid"/>
                    </a:lnB>
                    <a:solidFill>
                      <a:srgbClr val="F0F5F7"/>
                    </a:solidFill>
                  </a:tcPr>
                </a:tc>
                <a:tc>
                  <a:txBody>
                    <a:bodyPr/>
                    <a:lstStyle/>
                    <a:p>
                      <a:r>
                        <a:rPr sz="1725" b="0">
                          <a:solidFill>
                            <a:srgbClr val="153C4D"/>
                          </a:solidFill>
                          <a:latin typeface="Calibri"/>
                          <a:ea typeface="Calibri"/>
                          <a:cs typeface="Calibri"/>
                        </a:rPr>
                        <a:t>56.49%</a:t>
                      </a:r>
                    </a:p>
                  </a:txBody>
                  <a:tcPr marL="91440" marR="91440" marT="45720" marB="45720">
                    <a:lnR w="9525">
                      <a:solidFill>
                        <a:srgbClr val="D9E2E7"/>
                      </a:solidFill>
                      <a:prstDash val="solid"/>
                    </a:lnR>
                    <a:lnB w="9525">
                      <a:solidFill>
                        <a:srgbClr val="D9E2E7"/>
                      </a:solidFill>
                      <a:prstDash val="solid"/>
                    </a:lnB>
                    <a:solidFill>
                      <a:srgbClr val="F0F5F7"/>
                    </a:solidFill>
                  </a:tcPr>
                </a:tc>
                <a:tc>
                  <a:txBody>
                    <a:bodyPr/>
                    <a:lstStyle/>
                    <a:p>
                      <a:r>
                        <a:rPr sz="1725" b="0">
                          <a:solidFill>
                            <a:srgbClr val="153C4D"/>
                          </a:solidFill>
                          <a:latin typeface="Calibri"/>
                          <a:ea typeface="Calibri"/>
                          <a:cs typeface="Calibri"/>
                        </a:rPr>
                        <a:t>$20,664,597</a:t>
                      </a:r>
                    </a:p>
                  </a:txBody>
                  <a:tcPr marL="91440" marR="91440" marT="45720" marB="45720">
                    <a:lnR w="9525">
                      <a:solidFill>
                        <a:srgbClr val="D9E2E7"/>
                      </a:solidFill>
                      <a:prstDash val="solid"/>
                    </a:lnR>
                    <a:lnB w="9525">
                      <a:solidFill>
                        <a:srgbClr val="D9E2E7"/>
                      </a:solidFill>
                      <a:prstDash val="solid"/>
                    </a:lnB>
                    <a:solidFill>
                      <a:srgbClr val="F0F5F7"/>
                    </a:solidFill>
                  </a:tcPr>
                </a:tc>
              </a:tr>
              <a:tr h="571500">
                <a:tc>
                  <a:txBody>
                    <a:bodyPr/>
                    <a:lstStyle/>
                    <a:p>
                      <a:r>
                        <a:rPr sz="1725" b="0">
                          <a:solidFill>
                            <a:srgbClr val="153C4D"/>
                          </a:solidFill>
                          <a:latin typeface="Calibri"/>
                          <a:ea typeface="Calibri"/>
                          <a:cs typeface="Calibri"/>
                        </a:rPr>
                        <a:t>White-tailed deer</a:t>
                      </a:r>
                    </a:p>
                  </a:txBody>
                  <a:tcPr marL="91440" marR="91440" marT="45720" marB="45720">
                    <a:lnL w="9525">
                      <a:solidFill>
                        <a:srgbClr val="D9E2E7"/>
                      </a:solidFill>
                      <a:prstDash val="solid"/>
                    </a:lnL>
                    <a:lnR w="9525">
                      <a:solidFill>
                        <a:srgbClr val="D9E2E7"/>
                      </a:solidFill>
                      <a:prstDash val="solid"/>
                    </a:lnR>
                    <a:lnB w="9525">
                      <a:solidFill>
                        <a:srgbClr val="D9E2E7"/>
                      </a:solidFill>
                      <a:prstDash val="solid"/>
                    </a:lnB>
                    <a:solidFill>
                      <a:srgbClr val="FFFFFF"/>
                    </a:solidFill>
                  </a:tcPr>
                </a:tc>
                <a:tc>
                  <a:txBody>
                    <a:bodyPr/>
                    <a:lstStyle/>
                    <a:p>
                      <a:r>
                        <a:rPr sz="1725" b="0">
                          <a:solidFill>
                            <a:srgbClr val="153C4D"/>
                          </a:solidFill>
                          <a:latin typeface="Calibri"/>
                          <a:ea typeface="Calibri"/>
                          <a:cs typeface="Calibri"/>
                        </a:rPr>
                        <a:t>85</a:t>
                      </a:r>
                    </a:p>
                  </a:txBody>
                  <a:tcPr marL="91440" marR="91440" marT="45720" marB="45720">
                    <a:lnR w="9525">
                      <a:solidFill>
                        <a:srgbClr val="D9E2E7"/>
                      </a:solidFill>
                      <a:prstDash val="solid"/>
                    </a:lnR>
                    <a:lnB w="9525">
                      <a:solidFill>
                        <a:srgbClr val="D9E2E7"/>
                      </a:solidFill>
                      <a:prstDash val="solid"/>
                    </a:lnB>
                    <a:solidFill>
                      <a:srgbClr val="FFFFFF"/>
                    </a:solidFill>
                  </a:tcPr>
                </a:tc>
                <a:tc>
                  <a:txBody>
                    <a:bodyPr/>
                    <a:lstStyle/>
                    <a:p>
                      <a:r>
                        <a:rPr sz="1725" b="0">
                          <a:solidFill>
                            <a:srgbClr val="153C4D"/>
                          </a:solidFill>
                          <a:latin typeface="Calibri"/>
                          <a:ea typeface="Calibri"/>
                          <a:cs typeface="Calibri"/>
                        </a:rPr>
                        <a:t>92.94%</a:t>
                      </a:r>
                    </a:p>
                  </a:txBody>
                  <a:tcPr marL="91440" marR="91440" marT="45720" marB="45720">
                    <a:lnR w="9525">
                      <a:solidFill>
                        <a:srgbClr val="D9E2E7"/>
                      </a:solidFill>
                      <a:prstDash val="solid"/>
                    </a:lnR>
                    <a:lnB w="9525">
                      <a:solidFill>
                        <a:srgbClr val="D9E2E7"/>
                      </a:solidFill>
                      <a:prstDash val="solid"/>
                    </a:lnB>
                    <a:solidFill>
                      <a:srgbClr val="FFFFFF"/>
                    </a:solidFill>
                  </a:tcPr>
                </a:tc>
                <a:tc>
                  <a:txBody>
                    <a:bodyPr/>
                    <a:lstStyle/>
                    <a:p>
                      <a:r>
                        <a:rPr sz="1725" b="0">
                          <a:solidFill>
                            <a:srgbClr val="153C4D"/>
                          </a:solidFill>
                          <a:latin typeface="Calibri"/>
                          <a:ea typeface="Calibri"/>
                          <a:cs typeface="Calibri"/>
                        </a:rPr>
                        <a:t>$17,155,662</a:t>
                      </a:r>
                    </a:p>
                  </a:txBody>
                  <a:tcPr marL="91440" marR="91440" marT="45720" marB="45720">
                    <a:lnR w="9525">
                      <a:solidFill>
                        <a:srgbClr val="D9E2E7"/>
                      </a:solidFill>
                      <a:prstDash val="solid"/>
                    </a:lnR>
                    <a:lnB w="9525">
                      <a:solidFill>
                        <a:srgbClr val="D9E2E7"/>
                      </a:solidFill>
                      <a:prstDash val="solid"/>
                    </a:lnB>
                    <a:solidFill>
                      <a:srgbClr val="FFFFFF"/>
                    </a:solidFill>
                  </a:tcPr>
                </a:tc>
              </a:tr>
              <a:tr h="571500">
                <a:tc>
                  <a:txBody>
                    <a:bodyPr/>
                    <a:lstStyle/>
                    <a:p>
                      <a:r>
                        <a:rPr sz="1725" b="0">
                          <a:solidFill>
                            <a:srgbClr val="153C4D"/>
                          </a:solidFill>
                          <a:latin typeface="Calibri"/>
                          <a:ea typeface="Calibri"/>
                          <a:cs typeface="Calibri"/>
                        </a:rPr>
                        <a:t>Unknown bird - medium</a:t>
                      </a:r>
                    </a:p>
                  </a:txBody>
                  <a:tcPr marL="91440" marR="91440" marT="45720" marB="45720">
                    <a:lnL w="9525">
                      <a:solidFill>
                        <a:srgbClr val="D9E2E7"/>
                      </a:solidFill>
                      <a:prstDash val="solid"/>
                    </a:lnL>
                    <a:lnR w="9525">
                      <a:solidFill>
                        <a:srgbClr val="D9E2E7"/>
                      </a:solidFill>
                      <a:prstDash val="solid"/>
                    </a:lnR>
                    <a:lnB w="9525">
                      <a:solidFill>
                        <a:srgbClr val="D9E2E7"/>
                      </a:solidFill>
                      <a:prstDash val="solid"/>
                    </a:lnB>
                    <a:solidFill>
                      <a:srgbClr val="F0F5F7"/>
                    </a:solidFill>
                  </a:tcPr>
                </a:tc>
                <a:tc>
                  <a:txBody>
                    <a:bodyPr/>
                    <a:lstStyle/>
                    <a:p>
                      <a:r>
                        <a:rPr sz="1725" b="0">
                          <a:solidFill>
                            <a:srgbClr val="153C4D"/>
                          </a:solidFill>
                          <a:latin typeface="Calibri"/>
                          <a:ea typeface="Calibri"/>
                          <a:cs typeface="Calibri"/>
                        </a:rPr>
                        <a:t>4316</a:t>
                      </a:r>
                    </a:p>
                  </a:txBody>
                  <a:tcPr marL="91440" marR="91440" marT="45720" marB="45720">
                    <a:lnR w="9525">
                      <a:solidFill>
                        <a:srgbClr val="D9E2E7"/>
                      </a:solidFill>
                      <a:prstDash val="solid"/>
                    </a:lnR>
                    <a:lnB w="9525">
                      <a:solidFill>
                        <a:srgbClr val="D9E2E7"/>
                      </a:solidFill>
                      <a:prstDash val="solid"/>
                    </a:lnB>
                    <a:solidFill>
                      <a:srgbClr val="F0F5F7"/>
                    </a:solidFill>
                  </a:tcPr>
                </a:tc>
                <a:tc>
                  <a:txBody>
                    <a:bodyPr/>
                    <a:lstStyle/>
                    <a:p>
                      <a:r>
                        <a:rPr sz="1725" b="0">
                          <a:solidFill>
                            <a:srgbClr val="153C4D"/>
                          </a:solidFill>
                          <a:latin typeface="Calibri"/>
                          <a:ea typeface="Calibri"/>
                          <a:cs typeface="Calibri"/>
                        </a:rPr>
                        <a:t>11.79%</a:t>
                      </a:r>
                    </a:p>
                  </a:txBody>
                  <a:tcPr marL="91440" marR="91440" marT="45720" marB="45720">
                    <a:lnR w="9525">
                      <a:solidFill>
                        <a:srgbClr val="D9E2E7"/>
                      </a:solidFill>
                      <a:prstDash val="solid"/>
                    </a:lnR>
                    <a:lnB w="9525">
                      <a:solidFill>
                        <a:srgbClr val="D9E2E7"/>
                      </a:solidFill>
                      <a:prstDash val="solid"/>
                    </a:lnB>
                    <a:solidFill>
                      <a:srgbClr val="F0F5F7"/>
                    </a:solidFill>
                  </a:tcPr>
                </a:tc>
                <a:tc>
                  <a:txBody>
                    <a:bodyPr/>
                    <a:lstStyle/>
                    <a:p>
                      <a:r>
                        <a:rPr sz="1725" b="0">
                          <a:solidFill>
                            <a:srgbClr val="153C4D"/>
                          </a:solidFill>
                          <a:latin typeface="Calibri"/>
                          <a:ea typeface="Calibri"/>
                          <a:cs typeface="Calibri"/>
                        </a:rPr>
                        <a:t>$9,953,298</a:t>
                      </a:r>
                    </a:p>
                  </a:txBody>
                  <a:tcPr marL="91440" marR="91440" marT="45720" marB="45720">
                    <a:lnR w="9525">
                      <a:solidFill>
                        <a:srgbClr val="D9E2E7"/>
                      </a:solidFill>
                      <a:prstDash val="solid"/>
                    </a:lnR>
                    <a:lnB w="9525">
                      <a:solidFill>
                        <a:srgbClr val="D9E2E7"/>
                      </a:solidFill>
                      <a:prstDash val="solid"/>
                    </a:lnB>
                    <a:solidFill>
                      <a:srgbClr val="F0F5F7"/>
                    </a:solidFill>
                  </a:tcPr>
                </a:tc>
              </a:tr>
            </a:tbl>
          </a:graphicData>
        </a:graphic>
      </p:graphicFrame>
      <p:sp>
        <p:nvSpPr>
          <p:cNvPr id="6" name="">
            <a:extLst xmlns:a="http://schemas.openxmlformats.org/drawingml/2006/main">
              <a:ext uri="{FF2B5EF4-FFF2-40B4-BE49-F238E27FC236}">
                <a16:creationId xmlns:a16="http://schemas.microsoft.com/office/drawing/2014/main" id="{CFAA0735-E2EB-4986-8FAF-D08856273C29}"/>
              </a:ext>
            </a:extLst>
          </p:cNvPr>
          <p:cNvSpPr>
            <a:spLocks xmlns:a="http://schemas.openxmlformats.org/drawingml/2006/main" noGrp="1"/>
          </p:cNvSpPr>
          <p:nvPr/>
        </p:nvSpPr>
        <p:spPr>
          <a:xfrm xmlns:a="http://schemas.openxmlformats.org/drawingml/2006/main">
            <a:off x="609600" y="4857750"/>
            <a:ext cx="109728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0">
                <a:solidFill>
                  <a:srgbClr val="465866"/>
                </a:solidFill>
                <a:latin typeface="Calibri"/>
                <a:ea typeface="Calibri"/>
                <a:cs typeface="Calibri"/>
              </a:defRPr>
            </a:defPPr>
            <a:lvl1pPr>
              <a:defRPr sz="1950" b="0">
                <a:solidFill>
                  <a:srgbClr val="465866"/>
                </a:solidFill>
                <a:latin typeface="Calibri"/>
                <a:ea typeface="Calibri"/>
                <a:cs typeface="Calibri"/>
              </a:defRPr>
            </a:lvl1pPr>
            <a:lvl2pPr>
              <a:defRPr sz="1950" b="0">
                <a:solidFill>
                  <a:srgbClr val="465866"/>
                </a:solidFill>
                <a:latin typeface="Calibri"/>
                <a:ea typeface="Calibri"/>
                <a:cs typeface="Calibri"/>
              </a:defRPr>
            </a:lvl2pPr>
            <a:lvl3pPr>
              <a:defRPr sz="1950" b="0">
                <a:solidFill>
                  <a:srgbClr val="465866"/>
                </a:solidFill>
                <a:latin typeface="Calibri"/>
                <a:ea typeface="Calibri"/>
                <a:cs typeface="Calibri"/>
              </a:defRPr>
            </a:lvl3pPr>
            <a:lvl4pPr>
              <a:defRPr sz="1950" b="0">
                <a:solidFill>
                  <a:srgbClr val="465866"/>
                </a:solidFill>
                <a:latin typeface="Calibri"/>
                <a:ea typeface="Calibri"/>
                <a:cs typeface="Calibri"/>
              </a:defRPr>
            </a:lvl4pPr>
            <a:lvl5pPr>
              <a:defRPr sz="1950" b="0">
                <a:solidFill>
                  <a:srgbClr val="465866"/>
                </a:solidFill>
                <a:latin typeface="Calibri"/>
                <a:ea typeface="Calibri"/>
                <a:cs typeface="Calibri"/>
              </a:defRPr>
            </a:lvl5pPr>
            <a:lvl6pPr>
              <a:defRPr sz="1950" b="0">
                <a:solidFill>
                  <a:srgbClr val="465866"/>
                </a:solidFill>
                <a:latin typeface="Calibri"/>
                <a:ea typeface="Calibri"/>
                <a:cs typeface="Calibri"/>
              </a:defRPr>
            </a:lvl6pPr>
            <a:lvl7pPr>
              <a:defRPr sz="1950" b="0">
                <a:solidFill>
                  <a:srgbClr val="465866"/>
                </a:solidFill>
                <a:latin typeface="Calibri"/>
                <a:ea typeface="Calibri"/>
                <a:cs typeface="Calibri"/>
              </a:defRPr>
            </a:lvl7pPr>
            <a:lvl8pPr>
              <a:defRPr sz="1950" b="0">
                <a:solidFill>
                  <a:srgbClr val="465866"/>
                </a:solidFill>
                <a:latin typeface="Calibri"/>
                <a:ea typeface="Calibri"/>
                <a:cs typeface="Calibri"/>
              </a:defRPr>
            </a:lvl8pPr>
            <a:lvl9pPr>
              <a:defRPr sz="1950" b="0">
                <a:solidFill>
                  <a:srgbClr val="465866"/>
                </a:solidFill>
                <a:latin typeface="Calibri"/>
                <a:ea typeface="Calibri"/>
                <a:cs typeface="Calibri"/>
              </a:defRPr>
            </a:lvl9pPr>
          </a:lstStyle>
          <a:p xmlns:a="http://schemas.openxmlformats.org/drawingml/2006/main">
            <a:pPr>
              <a:defRPr sz="1950" b="0">
                <a:solidFill>
                  <a:srgbClr val="465866"/>
                </a:solidFill>
                <a:latin typeface="Calibri"/>
                <a:ea typeface="Calibri"/>
                <a:cs typeface="Calibri"/>
              </a:defRPr>
            </a:pPr>
            <a:r>
              <a:rPr sz="1950" b="0">
                <a:solidFill>
                  <a:srgbClr val="465866"/>
                </a:solidFill>
                <a:latin typeface="Calibri"/>
                <a:ea typeface="Calibri"/>
                <a:cs typeface="Calibri"/>
              </a:rPr>
              <a:t>Damage share is among reported incidents. Cost currency is assumed USD; zeros may include missing cost.</a:t>
            </a:r>
          </a:p>
        </p:txBody>
      </p:sp>
    </p:spTree>
    <p:extLst>
      <p:ext uri="{BB962C8B-B14F-4D97-AF65-F5344CB8AC3E}">
        <p14:creationId xmlns:p14="http://schemas.microsoft.com/office/powerpoint/2010/main" val="207641371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4E7A2E1-DC9C-4B7B-AAF7-39AB43D5A9FB}"/>
              </a:ext>
            </a:extLst>
          </p:cNvPr>
          <p:cNvSpPr>
            <a:spLocks xmlns:a="http://schemas.openxmlformats.org/drawingml/2006/main" noGrp="1"/>
          </p:cNvSpPr>
          <p:nvPr/>
        </p:nvSpPr>
        <p:spPr>
          <a:xfrm xmlns:a="http://schemas.openxmlformats.org/drawingml/2006/main">
            <a:off x="609600" y="457200"/>
            <a:ext cx="109728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225" b="1">
                <a:solidFill>
                  <a:srgbClr val="153C4D"/>
                </a:solidFill>
                <a:latin typeface="Calibri"/>
                <a:ea typeface="Calibri"/>
                <a:cs typeface="Calibri"/>
              </a:defRPr>
            </a:defPPr>
            <a:lvl1pPr>
              <a:defRPr sz="3225" b="1">
                <a:solidFill>
                  <a:srgbClr val="153C4D"/>
                </a:solidFill>
                <a:latin typeface="Calibri"/>
                <a:ea typeface="Calibri"/>
                <a:cs typeface="Calibri"/>
              </a:defRPr>
            </a:lvl1pPr>
            <a:lvl2pPr>
              <a:defRPr sz="3225" b="1">
                <a:solidFill>
                  <a:srgbClr val="153C4D"/>
                </a:solidFill>
                <a:latin typeface="Calibri"/>
                <a:ea typeface="Calibri"/>
                <a:cs typeface="Calibri"/>
              </a:defRPr>
            </a:lvl2pPr>
            <a:lvl3pPr>
              <a:defRPr sz="3225" b="1">
                <a:solidFill>
                  <a:srgbClr val="153C4D"/>
                </a:solidFill>
                <a:latin typeface="Calibri"/>
                <a:ea typeface="Calibri"/>
                <a:cs typeface="Calibri"/>
              </a:defRPr>
            </a:lvl3pPr>
            <a:lvl4pPr>
              <a:defRPr sz="3225" b="1">
                <a:solidFill>
                  <a:srgbClr val="153C4D"/>
                </a:solidFill>
                <a:latin typeface="Calibri"/>
                <a:ea typeface="Calibri"/>
                <a:cs typeface="Calibri"/>
              </a:defRPr>
            </a:lvl4pPr>
            <a:lvl5pPr>
              <a:defRPr sz="3225" b="1">
                <a:solidFill>
                  <a:srgbClr val="153C4D"/>
                </a:solidFill>
                <a:latin typeface="Calibri"/>
                <a:ea typeface="Calibri"/>
                <a:cs typeface="Calibri"/>
              </a:defRPr>
            </a:lvl5pPr>
            <a:lvl6pPr>
              <a:defRPr sz="3225" b="1">
                <a:solidFill>
                  <a:srgbClr val="153C4D"/>
                </a:solidFill>
                <a:latin typeface="Calibri"/>
                <a:ea typeface="Calibri"/>
                <a:cs typeface="Calibri"/>
              </a:defRPr>
            </a:lvl6pPr>
            <a:lvl7pPr>
              <a:defRPr sz="3225" b="1">
                <a:solidFill>
                  <a:srgbClr val="153C4D"/>
                </a:solidFill>
                <a:latin typeface="Calibri"/>
                <a:ea typeface="Calibri"/>
                <a:cs typeface="Calibri"/>
              </a:defRPr>
            </a:lvl7pPr>
            <a:lvl8pPr>
              <a:defRPr sz="3225" b="1">
                <a:solidFill>
                  <a:srgbClr val="153C4D"/>
                </a:solidFill>
                <a:latin typeface="Calibri"/>
                <a:ea typeface="Calibri"/>
                <a:cs typeface="Calibri"/>
              </a:defRPr>
            </a:lvl8pPr>
            <a:lvl9pPr>
              <a:defRPr sz="3225" b="1">
                <a:solidFill>
                  <a:srgbClr val="153C4D"/>
                </a:solidFill>
                <a:latin typeface="Calibri"/>
                <a:ea typeface="Calibri"/>
                <a:cs typeface="Calibri"/>
              </a:defRPr>
            </a:lvl9pPr>
          </a:lstStyle>
          <a:p xmlns:a="http://schemas.openxmlformats.org/drawingml/2006/main">
            <a:pPr>
              <a:defRPr sz="3225" b="1">
                <a:solidFill>
                  <a:srgbClr val="153C4D"/>
                </a:solidFill>
                <a:latin typeface="Calibri"/>
                <a:ea typeface="Calibri"/>
                <a:cs typeface="Calibri"/>
              </a:defRPr>
            </a:pPr>
            <a:r>
              <a:rPr sz="3225" b="1">
                <a:solidFill>
                  <a:srgbClr val="153C4D"/>
                </a:solidFill>
                <a:latin typeface="Calibri"/>
                <a:ea typeface="Calibri"/>
                <a:cs typeface="Calibri"/>
              </a:rPr>
              <a:t>Verification evidence</a:t>
            </a:r>
          </a:p>
        </p:txBody>
      </p:sp>
      <p:sp>
        <p:nvSpPr>
          <p:cNvPr id="2" name="">
            <a:extLst xmlns:a="http://schemas.openxmlformats.org/drawingml/2006/main">
              <a:ext uri="{FF2B5EF4-FFF2-40B4-BE49-F238E27FC236}">
                <a16:creationId xmlns:a16="http://schemas.microsoft.com/office/drawing/2014/main" id="{265CCB3A-CA5A-4667-A94E-254BE69162BC}"/>
              </a:ext>
            </a:extLst>
          </p:cNvPr>
          <p:cNvSpPr>
            <a:spLocks xmlns:a="http://schemas.openxmlformats.org/drawingml/2006/main" noGrp="1"/>
          </p:cNvSpPr>
          <p:nvPr/>
        </p:nvSpPr>
        <p:spPr>
          <a:xfrm xmlns:a="http://schemas.openxmlformats.org/drawingml/2006/main">
            <a:off x="609600" y="1323975"/>
            <a:ext cx="109728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0">
                <a:solidFill>
                  <a:srgbClr val="465866"/>
                </a:solidFill>
                <a:latin typeface="Calibri"/>
                <a:ea typeface="Calibri"/>
                <a:cs typeface="Calibri"/>
              </a:defRPr>
            </a:defPPr>
            <a:lvl1pPr>
              <a:defRPr sz="1725" b="0">
                <a:solidFill>
                  <a:srgbClr val="465866"/>
                </a:solidFill>
                <a:latin typeface="Calibri"/>
                <a:ea typeface="Calibri"/>
                <a:cs typeface="Calibri"/>
              </a:defRPr>
            </a:lvl1pPr>
            <a:lvl2pPr>
              <a:defRPr sz="1725" b="0">
                <a:solidFill>
                  <a:srgbClr val="465866"/>
                </a:solidFill>
                <a:latin typeface="Calibri"/>
                <a:ea typeface="Calibri"/>
                <a:cs typeface="Calibri"/>
              </a:defRPr>
            </a:lvl2pPr>
            <a:lvl3pPr>
              <a:defRPr sz="1725" b="0">
                <a:solidFill>
                  <a:srgbClr val="465866"/>
                </a:solidFill>
                <a:latin typeface="Calibri"/>
                <a:ea typeface="Calibri"/>
                <a:cs typeface="Calibri"/>
              </a:defRPr>
            </a:lvl3pPr>
            <a:lvl4pPr>
              <a:defRPr sz="1725" b="0">
                <a:solidFill>
                  <a:srgbClr val="465866"/>
                </a:solidFill>
                <a:latin typeface="Calibri"/>
                <a:ea typeface="Calibri"/>
                <a:cs typeface="Calibri"/>
              </a:defRPr>
            </a:lvl4pPr>
            <a:lvl5pPr>
              <a:defRPr sz="1725" b="0">
                <a:solidFill>
                  <a:srgbClr val="465866"/>
                </a:solidFill>
                <a:latin typeface="Calibri"/>
                <a:ea typeface="Calibri"/>
                <a:cs typeface="Calibri"/>
              </a:defRPr>
            </a:lvl5pPr>
            <a:lvl6pPr>
              <a:defRPr sz="1725" b="0">
                <a:solidFill>
                  <a:srgbClr val="465866"/>
                </a:solidFill>
                <a:latin typeface="Calibri"/>
                <a:ea typeface="Calibri"/>
                <a:cs typeface="Calibri"/>
              </a:defRPr>
            </a:lvl6pPr>
            <a:lvl7pPr>
              <a:defRPr sz="1725" b="0">
                <a:solidFill>
                  <a:srgbClr val="465866"/>
                </a:solidFill>
                <a:latin typeface="Calibri"/>
                <a:ea typeface="Calibri"/>
                <a:cs typeface="Calibri"/>
              </a:defRPr>
            </a:lvl7pPr>
            <a:lvl8pPr>
              <a:defRPr sz="1725" b="0">
                <a:solidFill>
                  <a:srgbClr val="465866"/>
                </a:solidFill>
                <a:latin typeface="Calibri"/>
                <a:ea typeface="Calibri"/>
                <a:cs typeface="Calibri"/>
              </a:defRPr>
            </a:lvl8pPr>
            <a:lvl9pPr>
              <a:defRPr sz="1725" b="0">
                <a:solidFill>
                  <a:srgbClr val="465866"/>
                </a:solidFill>
                <a:latin typeface="Calibri"/>
                <a:ea typeface="Calibri"/>
                <a:cs typeface="Calibri"/>
              </a:defRPr>
            </a:lvl9pPr>
          </a:lstStyle>
          <a:p xmlns:a="http://schemas.openxmlformats.org/drawingml/2006/main">
            <a:pPr>
              <a:defRPr sz="1725" b="0">
                <a:solidFill>
                  <a:srgbClr val="465866"/>
                </a:solidFill>
                <a:latin typeface="Calibri"/>
                <a:ea typeface="Calibri"/>
                <a:cs typeface="Calibri"/>
              </a:defRPr>
            </a:pPr>
            <a:r>
              <a:rPr sz="1725" b="0">
                <a:solidFill>
                  <a:srgbClr val="465866"/>
                </a:solidFill>
                <a:latin typeface="Calibri"/>
                <a:ea typeface="Calibri"/>
                <a:cs typeface="Calibri"/>
              </a:rPr>
              <a:t>Local checks are distinct from a live Snowflake run</a:t>
            </a:r>
          </a:p>
        </p:txBody>
      </p:sp>
      <p:sp>
        <p:nvSpPr>
          <p:cNvPr id="3" name="">
            <a:extLst xmlns:a="http://schemas.openxmlformats.org/drawingml/2006/main">
              <a:ext uri="{FF2B5EF4-FFF2-40B4-BE49-F238E27FC236}">
                <a16:creationId xmlns:a16="http://schemas.microsoft.com/office/drawing/2014/main" id="{1050CC2B-0D98-4D7F-8539-72E463869DEF}"/>
              </a:ext>
            </a:extLst>
          </p:cNvPr>
          <p:cNvSpPr>
            <a:spLocks xmlns:a="http://schemas.openxmlformats.org/drawingml/2006/main" noGrp="1"/>
          </p:cNvSpPr>
          <p:nvPr/>
        </p:nvSpPr>
        <p:spPr>
          <a:xfrm xmlns:a="http://schemas.openxmlformats.org/drawingml/2006/main">
            <a:off x="609600" y="6400800"/>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465866"/>
                </a:solidFill>
                <a:latin typeface="Calibri"/>
                <a:ea typeface="Calibri"/>
                <a:cs typeface="Calibri"/>
              </a:defRPr>
            </a:defPPr>
            <a:lvl1pPr>
              <a:defRPr sz="1125" b="0">
                <a:solidFill>
                  <a:srgbClr val="465866"/>
                </a:solidFill>
                <a:latin typeface="Calibri"/>
                <a:ea typeface="Calibri"/>
                <a:cs typeface="Calibri"/>
              </a:defRPr>
            </a:lvl1pPr>
            <a:lvl2pPr>
              <a:defRPr sz="1125" b="0">
                <a:solidFill>
                  <a:srgbClr val="465866"/>
                </a:solidFill>
                <a:latin typeface="Calibri"/>
                <a:ea typeface="Calibri"/>
                <a:cs typeface="Calibri"/>
              </a:defRPr>
            </a:lvl2pPr>
            <a:lvl3pPr>
              <a:defRPr sz="1125" b="0">
                <a:solidFill>
                  <a:srgbClr val="465866"/>
                </a:solidFill>
                <a:latin typeface="Calibri"/>
                <a:ea typeface="Calibri"/>
                <a:cs typeface="Calibri"/>
              </a:defRPr>
            </a:lvl3pPr>
            <a:lvl4pPr>
              <a:defRPr sz="1125" b="0">
                <a:solidFill>
                  <a:srgbClr val="465866"/>
                </a:solidFill>
                <a:latin typeface="Calibri"/>
                <a:ea typeface="Calibri"/>
                <a:cs typeface="Calibri"/>
              </a:defRPr>
            </a:lvl4pPr>
            <a:lvl5pPr>
              <a:defRPr sz="1125" b="0">
                <a:solidFill>
                  <a:srgbClr val="465866"/>
                </a:solidFill>
                <a:latin typeface="Calibri"/>
                <a:ea typeface="Calibri"/>
                <a:cs typeface="Calibri"/>
              </a:defRPr>
            </a:lvl5pPr>
            <a:lvl6pPr>
              <a:defRPr sz="1125" b="0">
                <a:solidFill>
                  <a:srgbClr val="465866"/>
                </a:solidFill>
                <a:latin typeface="Calibri"/>
                <a:ea typeface="Calibri"/>
                <a:cs typeface="Calibri"/>
              </a:defRPr>
            </a:lvl6pPr>
            <a:lvl7pPr>
              <a:defRPr sz="1125" b="0">
                <a:solidFill>
                  <a:srgbClr val="465866"/>
                </a:solidFill>
                <a:latin typeface="Calibri"/>
                <a:ea typeface="Calibri"/>
                <a:cs typeface="Calibri"/>
              </a:defRPr>
            </a:lvl7pPr>
            <a:lvl8pPr>
              <a:defRPr sz="1125" b="0">
                <a:solidFill>
                  <a:srgbClr val="465866"/>
                </a:solidFill>
                <a:latin typeface="Calibri"/>
                <a:ea typeface="Calibri"/>
                <a:cs typeface="Calibri"/>
              </a:defRPr>
            </a:lvl8pPr>
            <a:lvl9pPr>
              <a:defRPr sz="1125" b="0">
                <a:solidFill>
                  <a:srgbClr val="465866"/>
                </a:solidFill>
                <a:latin typeface="Calibri"/>
                <a:ea typeface="Calibri"/>
                <a:cs typeface="Calibri"/>
              </a:defRPr>
            </a:lvl9pPr>
          </a:lstStyle>
          <a:p xmlns:a="http://schemas.openxmlformats.org/drawingml/2006/main">
            <a:pPr>
              <a:defRPr sz="1125" b="0">
                <a:solidFill>
                  <a:srgbClr val="465866"/>
                </a:solidFill>
                <a:latin typeface="Calibri"/>
                <a:ea typeface="Calibri"/>
                <a:cs typeface="Calibri"/>
              </a:defRPr>
            </a:pPr>
            <a:r>
              <a:rPr sz="1125" b="0">
                <a:solidFill>
                  <a:srgbClr val="465866"/>
                </a:solidFill>
                <a:latin typeface="Calibri"/>
                <a:ea typeface="Calibri"/>
                <a:cs typeface="Calibri"/>
              </a:rPr>
              <a:t>SAROJ BHANDARI   /   BIRD STRIKES ASSESSMENT</a:t>
            </a:r>
          </a:p>
        </p:txBody>
      </p:sp>
      <p:sp>
        <p:nvSpPr>
          <p:cNvPr id="4" name="">
            <a:extLst xmlns:a="http://schemas.openxmlformats.org/drawingml/2006/main">
              <a:ext uri="{FF2B5EF4-FFF2-40B4-BE49-F238E27FC236}">
                <a16:creationId xmlns:a16="http://schemas.microsoft.com/office/drawing/2014/main" id="{C97F37A6-5E26-4AAD-82B7-EB2FFC8D5854}"/>
              </a:ext>
            </a:extLst>
          </p:cNvPr>
          <p:cNvSpPr>
            <a:spLocks xmlns:a="http://schemas.openxmlformats.org/drawingml/2006/main" noGrp="1"/>
          </p:cNvSpPr>
          <p:nvPr/>
        </p:nvSpPr>
        <p:spPr>
          <a:xfrm xmlns:a="http://schemas.openxmlformats.org/drawingml/2006/main">
            <a:off x="11334750" y="64008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465866"/>
                </a:solidFill>
                <a:latin typeface="Calibri"/>
                <a:ea typeface="Calibri"/>
                <a:cs typeface="Calibri"/>
              </a:defRPr>
            </a:defPPr>
            <a:lvl1pPr>
              <a:defRPr sz="1125" b="0">
                <a:solidFill>
                  <a:srgbClr val="465866"/>
                </a:solidFill>
                <a:latin typeface="Calibri"/>
                <a:ea typeface="Calibri"/>
                <a:cs typeface="Calibri"/>
              </a:defRPr>
            </a:lvl1pPr>
            <a:lvl2pPr>
              <a:defRPr sz="1125" b="0">
                <a:solidFill>
                  <a:srgbClr val="465866"/>
                </a:solidFill>
                <a:latin typeface="Calibri"/>
                <a:ea typeface="Calibri"/>
                <a:cs typeface="Calibri"/>
              </a:defRPr>
            </a:lvl2pPr>
            <a:lvl3pPr>
              <a:defRPr sz="1125" b="0">
                <a:solidFill>
                  <a:srgbClr val="465866"/>
                </a:solidFill>
                <a:latin typeface="Calibri"/>
                <a:ea typeface="Calibri"/>
                <a:cs typeface="Calibri"/>
              </a:defRPr>
            </a:lvl3pPr>
            <a:lvl4pPr>
              <a:defRPr sz="1125" b="0">
                <a:solidFill>
                  <a:srgbClr val="465866"/>
                </a:solidFill>
                <a:latin typeface="Calibri"/>
                <a:ea typeface="Calibri"/>
                <a:cs typeface="Calibri"/>
              </a:defRPr>
            </a:lvl4pPr>
            <a:lvl5pPr>
              <a:defRPr sz="1125" b="0">
                <a:solidFill>
                  <a:srgbClr val="465866"/>
                </a:solidFill>
                <a:latin typeface="Calibri"/>
                <a:ea typeface="Calibri"/>
                <a:cs typeface="Calibri"/>
              </a:defRPr>
            </a:lvl5pPr>
            <a:lvl6pPr>
              <a:defRPr sz="1125" b="0">
                <a:solidFill>
                  <a:srgbClr val="465866"/>
                </a:solidFill>
                <a:latin typeface="Calibri"/>
                <a:ea typeface="Calibri"/>
                <a:cs typeface="Calibri"/>
              </a:defRPr>
            </a:lvl6pPr>
            <a:lvl7pPr>
              <a:defRPr sz="1125" b="0">
                <a:solidFill>
                  <a:srgbClr val="465866"/>
                </a:solidFill>
                <a:latin typeface="Calibri"/>
                <a:ea typeface="Calibri"/>
                <a:cs typeface="Calibri"/>
              </a:defRPr>
            </a:lvl7pPr>
            <a:lvl8pPr>
              <a:defRPr sz="1125" b="0">
                <a:solidFill>
                  <a:srgbClr val="465866"/>
                </a:solidFill>
                <a:latin typeface="Calibri"/>
                <a:ea typeface="Calibri"/>
                <a:cs typeface="Calibri"/>
              </a:defRPr>
            </a:lvl8pPr>
            <a:lvl9pPr>
              <a:defRPr sz="1125" b="0">
                <a:solidFill>
                  <a:srgbClr val="465866"/>
                </a:solidFill>
                <a:latin typeface="Calibri"/>
                <a:ea typeface="Calibri"/>
                <a:cs typeface="Calibri"/>
              </a:defRPr>
            </a:lvl9pPr>
          </a:lstStyle>
          <a:p xmlns:a="http://schemas.openxmlformats.org/drawingml/2006/main">
            <a:pPr>
              <a:defRPr sz="1125" b="0">
                <a:solidFill>
                  <a:srgbClr val="465866"/>
                </a:solidFill>
                <a:latin typeface="Calibri"/>
                <a:ea typeface="Calibri"/>
                <a:cs typeface="Calibri"/>
              </a:defRPr>
            </a:pPr>
            <a:r>
              <a:rPr sz="1125" b="0">
                <a:solidFill>
                  <a:srgbClr val="465866"/>
                </a:solidFill>
                <a:latin typeface="Calibri"/>
                <a:ea typeface="Calibri"/>
                <a:cs typeface="Calibri"/>
              </a:rPr>
              <a:t>10</a:t>
            </a:r>
          </a:p>
        </p:txBody>
      </p:sp>
      <p:sp>
        <p:nvSpPr>
          <p:cNvPr id="5" name="">
            <a:extLst xmlns:a="http://schemas.openxmlformats.org/drawingml/2006/main">
              <a:ext uri="{FF2B5EF4-FFF2-40B4-BE49-F238E27FC236}">
                <a16:creationId xmlns:a16="http://schemas.microsoft.com/office/drawing/2014/main" id="{4F6A92CF-1252-4715-8A21-B0BD9EC9E8CD}"/>
              </a:ext>
            </a:extLst>
          </p:cNvPr>
          <p:cNvSpPr>
            <a:spLocks xmlns:a="http://schemas.openxmlformats.org/drawingml/2006/main" noGrp="1"/>
          </p:cNvSpPr>
          <p:nvPr/>
        </p:nvSpPr>
        <p:spPr>
          <a:xfrm xmlns:a="http://schemas.openxmlformats.org/drawingml/2006/main">
            <a:off x="723900" y="2095500"/>
            <a:ext cx="10668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0">
                <a:solidFill>
                  <a:srgbClr val="153C4D"/>
                </a:solidFill>
                <a:latin typeface="Calibri"/>
                <a:ea typeface="Calibri"/>
                <a:cs typeface="Calibri"/>
              </a:defRPr>
            </a:defPPr>
            <a:lvl1pPr>
              <a:defRPr sz="2100" b="0">
                <a:solidFill>
                  <a:srgbClr val="153C4D"/>
                </a:solidFill>
                <a:latin typeface="Calibri"/>
                <a:ea typeface="Calibri"/>
                <a:cs typeface="Calibri"/>
              </a:defRPr>
            </a:lvl1pPr>
            <a:lvl2pPr>
              <a:defRPr sz="2100" b="0">
                <a:solidFill>
                  <a:srgbClr val="153C4D"/>
                </a:solidFill>
                <a:latin typeface="Calibri"/>
                <a:ea typeface="Calibri"/>
                <a:cs typeface="Calibri"/>
              </a:defRPr>
            </a:lvl2pPr>
            <a:lvl3pPr>
              <a:defRPr sz="2100" b="0">
                <a:solidFill>
                  <a:srgbClr val="153C4D"/>
                </a:solidFill>
                <a:latin typeface="Calibri"/>
                <a:ea typeface="Calibri"/>
                <a:cs typeface="Calibri"/>
              </a:defRPr>
            </a:lvl3pPr>
            <a:lvl4pPr>
              <a:defRPr sz="2100" b="0">
                <a:solidFill>
                  <a:srgbClr val="153C4D"/>
                </a:solidFill>
                <a:latin typeface="Calibri"/>
                <a:ea typeface="Calibri"/>
                <a:cs typeface="Calibri"/>
              </a:defRPr>
            </a:lvl4pPr>
            <a:lvl5pPr>
              <a:defRPr sz="2100" b="0">
                <a:solidFill>
                  <a:srgbClr val="153C4D"/>
                </a:solidFill>
                <a:latin typeface="Calibri"/>
                <a:ea typeface="Calibri"/>
                <a:cs typeface="Calibri"/>
              </a:defRPr>
            </a:lvl5pPr>
            <a:lvl6pPr>
              <a:defRPr sz="2100" b="0">
                <a:solidFill>
                  <a:srgbClr val="153C4D"/>
                </a:solidFill>
                <a:latin typeface="Calibri"/>
                <a:ea typeface="Calibri"/>
                <a:cs typeface="Calibri"/>
              </a:defRPr>
            </a:lvl6pPr>
            <a:lvl7pPr>
              <a:defRPr sz="2100" b="0">
                <a:solidFill>
                  <a:srgbClr val="153C4D"/>
                </a:solidFill>
                <a:latin typeface="Calibri"/>
                <a:ea typeface="Calibri"/>
                <a:cs typeface="Calibri"/>
              </a:defRPr>
            </a:lvl7pPr>
            <a:lvl8pPr>
              <a:defRPr sz="2100" b="0">
                <a:solidFill>
                  <a:srgbClr val="153C4D"/>
                </a:solidFill>
                <a:latin typeface="Calibri"/>
                <a:ea typeface="Calibri"/>
                <a:cs typeface="Calibri"/>
              </a:defRPr>
            </a:lvl8pPr>
            <a:lvl9pPr>
              <a:defRPr sz="2100" b="0">
                <a:solidFill>
                  <a:srgbClr val="153C4D"/>
                </a:solidFill>
                <a:latin typeface="Calibri"/>
                <a:ea typeface="Calibri"/>
                <a:cs typeface="Calibri"/>
              </a:defRPr>
            </a:lvl9pPr>
          </a:lstStyle>
          <a:p xmlns:a="http://schemas.openxmlformats.org/drawingml/2006/main">
            <a:pPr>
              <a:defRPr sz="2100" b="0">
                <a:solidFill>
                  <a:srgbClr val="153C4D"/>
                </a:solidFill>
                <a:latin typeface="Calibri"/>
                <a:ea typeface="Calibri"/>
                <a:cs typeface="Calibri"/>
              </a:defRPr>
            </a:pPr>
            <a:r>
              <a:rPr sz="2100" b="0">
                <a:solidFill>
                  <a:srgbClr val="153C4D"/>
                </a:solidFill>
                <a:latin typeface="Calibri"/>
                <a:ea typeface="Calibri"/>
                <a:cs typeface="Calibri"/>
              </a:rPr>
              <a:t>27 Python tests passed, including failure and resume scenarios</a:t>
            </a:r>
          </a:p>
        </p:txBody>
      </p:sp>
      <p:sp>
        <p:nvSpPr>
          <p:cNvPr id="6" name="">
            <a:extLst xmlns:a="http://schemas.openxmlformats.org/drawingml/2006/main">
              <a:ext uri="{FF2B5EF4-FFF2-40B4-BE49-F238E27FC236}">
                <a16:creationId xmlns:a16="http://schemas.microsoft.com/office/drawing/2014/main" id="{88C6B342-C758-4536-9B98-B6AF22547A07}"/>
              </a:ext>
            </a:extLst>
          </p:cNvPr>
          <p:cNvSpPr>
            <a:spLocks xmlns:a="http://schemas.openxmlformats.org/drawingml/2006/main" noGrp="1"/>
          </p:cNvSpPr>
          <p:nvPr/>
        </p:nvSpPr>
        <p:spPr>
          <a:xfrm xmlns:a="http://schemas.openxmlformats.org/drawingml/2006/main">
            <a:off x="723900" y="2981325"/>
            <a:ext cx="10668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0">
                <a:solidFill>
                  <a:srgbClr val="153C4D"/>
                </a:solidFill>
                <a:latin typeface="Calibri"/>
                <a:ea typeface="Calibri"/>
                <a:cs typeface="Calibri"/>
              </a:defRPr>
            </a:defPPr>
            <a:lvl1pPr>
              <a:defRPr sz="2100" b="0">
                <a:solidFill>
                  <a:srgbClr val="153C4D"/>
                </a:solidFill>
                <a:latin typeface="Calibri"/>
                <a:ea typeface="Calibri"/>
                <a:cs typeface="Calibri"/>
              </a:defRPr>
            </a:lvl1pPr>
            <a:lvl2pPr>
              <a:defRPr sz="2100" b="0">
                <a:solidFill>
                  <a:srgbClr val="153C4D"/>
                </a:solidFill>
                <a:latin typeface="Calibri"/>
                <a:ea typeface="Calibri"/>
                <a:cs typeface="Calibri"/>
              </a:defRPr>
            </a:lvl2pPr>
            <a:lvl3pPr>
              <a:defRPr sz="2100" b="0">
                <a:solidFill>
                  <a:srgbClr val="153C4D"/>
                </a:solidFill>
                <a:latin typeface="Calibri"/>
                <a:ea typeface="Calibri"/>
                <a:cs typeface="Calibri"/>
              </a:defRPr>
            </a:lvl3pPr>
            <a:lvl4pPr>
              <a:defRPr sz="2100" b="0">
                <a:solidFill>
                  <a:srgbClr val="153C4D"/>
                </a:solidFill>
                <a:latin typeface="Calibri"/>
                <a:ea typeface="Calibri"/>
                <a:cs typeface="Calibri"/>
              </a:defRPr>
            </a:lvl4pPr>
            <a:lvl5pPr>
              <a:defRPr sz="2100" b="0">
                <a:solidFill>
                  <a:srgbClr val="153C4D"/>
                </a:solidFill>
                <a:latin typeface="Calibri"/>
                <a:ea typeface="Calibri"/>
                <a:cs typeface="Calibri"/>
              </a:defRPr>
            </a:lvl5pPr>
            <a:lvl6pPr>
              <a:defRPr sz="2100" b="0">
                <a:solidFill>
                  <a:srgbClr val="153C4D"/>
                </a:solidFill>
                <a:latin typeface="Calibri"/>
                <a:ea typeface="Calibri"/>
                <a:cs typeface="Calibri"/>
              </a:defRPr>
            </a:lvl6pPr>
            <a:lvl7pPr>
              <a:defRPr sz="2100" b="0">
                <a:solidFill>
                  <a:srgbClr val="153C4D"/>
                </a:solidFill>
                <a:latin typeface="Calibri"/>
                <a:ea typeface="Calibri"/>
                <a:cs typeface="Calibri"/>
              </a:defRPr>
            </a:lvl7pPr>
            <a:lvl8pPr>
              <a:defRPr sz="2100" b="0">
                <a:solidFill>
                  <a:srgbClr val="153C4D"/>
                </a:solidFill>
                <a:latin typeface="Calibri"/>
                <a:ea typeface="Calibri"/>
                <a:cs typeface="Calibri"/>
              </a:defRPr>
            </a:lvl8pPr>
            <a:lvl9pPr>
              <a:defRPr sz="2100" b="0">
                <a:solidFill>
                  <a:srgbClr val="153C4D"/>
                </a:solidFill>
                <a:latin typeface="Calibri"/>
                <a:ea typeface="Calibri"/>
                <a:cs typeface="Calibri"/>
              </a:defRPr>
            </a:lvl9pPr>
          </a:lstStyle>
          <a:p xmlns:a="http://schemas.openxmlformats.org/drawingml/2006/main">
            <a:pPr>
              <a:defRPr sz="2100" b="0">
                <a:solidFill>
                  <a:srgbClr val="153C4D"/>
                </a:solidFill>
                <a:latin typeface="Calibri"/>
                <a:ea typeface="Calibri"/>
                <a:cs typeface="Calibri"/>
              </a:defRPr>
            </a:pPr>
            <a:r>
              <a:rPr sz="2100" b="0">
                <a:solidFill>
                  <a:srgbClr val="153C4D"/>
                </a:solidFill>
                <a:latin typeface="Calibri"/>
                <a:ea typeface="Calibri"/>
                <a:cs typeface="Calibri"/>
              </a:rPr>
              <a:t>13 dbt table models and 40 data tests passed on DuckDB</a:t>
            </a:r>
          </a:p>
        </p:txBody>
      </p:sp>
      <p:sp>
        <p:nvSpPr>
          <p:cNvPr id="7" name="">
            <a:extLst xmlns:a="http://schemas.openxmlformats.org/drawingml/2006/main">
              <a:ext uri="{FF2B5EF4-FFF2-40B4-BE49-F238E27FC236}">
                <a16:creationId xmlns:a16="http://schemas.microsoft.com/office/drawing/2014/main" id="{1213C36F-1BB5-4ADA-81E0-B9FD4BC9C457}"/>
              </a:ext>
            </a:extLst>
          </p:cNvPr>
          <p:cNvSpPr>
            <a:spLocks xmlns:a="http://schemas.openxmlformats.org/drawingml/2006/main" noGrp="1"/>
          </p:cNvSpPr>
          <p:nvPr/>
        </p:nvSpPr>
        <p:spPr>
          <a:xfrm xmlns:a="http://schemas.openxmlformats.org/drawingml/2006/main">
            <a:off x="723900" y="3867150"/>
            <a:ext cx="10668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0">
                <a:solidFill>
                  <a:srgbClr val="153C4D"/>
                </a:solidFill>
                <a:latin typeface="Calibri"/>
                <a:ea typeface="Calibri"/>
                <a:cs typeface="Calibri"/>
              </a:defRPr>
            </a:defPPr>
            <a:lvl1pPr>
              <a:defRPr sz="2100" b="0">
                <a:solidFill>
                  <a:srgbClr val="153C4D"/>
                </a:solidFill>
                <a:latin typeface="Calibri"/>
                <a:ea typeface="Calibri"/>
                <a:cs typeface="Calibri"/>
              </a:defRPr>
            </a:lvl1pPr>
            <a:lvl2pPr>
              <a:defRPr sz="2100" b="0">
                <a:solidFill>
                  <a:srgbClr val="153C4D"/>
                </a:solidFill>
                <a:latin typeface="Calibri"/>
                <a:ea typeface="Calibri"/>
                <a:cs typeface="Calibri"/>
              </a:defRPr>
            </a:lvl2pPr>
            <a:lvl3pPr>
              <a:defRPr sz="2100" b="0">
                <a:solidFill>
                  <a:srgbClr val="153C4D"/>
                </a:solidFill>
                <a:latin typeface="Calibri"/>
                <a:ea typeface="Calibri"/>
                <a:cs typeface="Calibri"/>
              </a:defRPr>
            </a:lvl3pPr>
            <a:lvl4pPr>
              <a:defRPr sz="2100" b="0">
                <a:solidFill>
                  <a:srgbClr val="153C4D"/>
                </a:solidFill>
                <a:latin typeface="Calibri"/>
                <a:ea typeface="Calibri"/>
                <a:cs typeface="Calibri"/>
              </a:defRPr>
            </a:lvl4pPr>
            <a:lvl5pPr>
              <a:defRPr sz="2100" b="0">
                <a:solidFill>
                  <a:srgbClr val="153C4D"/>
                </a:solidFill>
                <a:latin typeface="Calibri"/>
                <a:ea typeface="Calibri"/>
                <a:cs typeface="Calibri"/>
              </a:defRPr>
            </a:lvl5pPr>
            <a:lvl6pPr>
              <a:defRPr sz="2100" b="0">
                <a:solidFill>
                  <a:srgbClr val="153C4D"/>
                </a:solidFill>
                <a:latin typeface="Calibri"/>
                <a:ea typeface="Calibri"/>
                <a:cs typeface="Calibri"/>
              </a:defRPr>
            </a:lvl6pPr>
            <a:lvl7pPr>
              <a:defRPr sz="2100" b="0">
                <a:solidFill>
                  <a:srgbClr val="153C4D"/>
                </a:solidFill>
                <a:latin typeface="Calibri"/>
                <a:ea typeface="Calibri"/>
                <a:cs typeface="Calibri"/>
              </a:defRPr>
            </a:lvl7pPr>
            <a:lvl8pPr>
              <a:defRPr sz="2100" b="0">
                <a:solidFill>
                  <a:srgbClr val="153C4D"/>
                </a:solidFill>
                <a:latin typeface="Calibri"/>
                <a:ea typeface="Calibri"/>
                <a:cs typeface="Calibri"/>
              </a:defRPr>
            </a:lvl8pPr>
            <a:lvl9pPr>
              <a:defRPr sz="2100" b="0">
                <a:solidFill>
                  <a:srgbClr val="153C4D"/>
                </a:solidFill>
                <a:latin typeface="Calibri"/>
                <a:ea typeface="Calibri"/>
                <a:cs typeface="Calibri"/>
              </a:defRPr>
            </a:lvl9pPr>
          </a:lstStyle>
          <a:p xmlns:a="http://schemas.openxmlformats.org/drawingml/2006/main">
            <a:pPr>
              <a:defRPr sz="2100" b="0">
                <a:solidFill>
                  <a:srgbClr val="153C4D"/>
                </a:solidFill>
                <a:latin typeface="Calibri"/>
                <a:ea typeface="Calibri"/>
                <a:cs typeface="Calibri"/>
              </a:defRPr>
            </a:pPr>
            <a:r>
              <a:rPr sz="2100" b="0">
                <a:solidFill>
                  <a:srgbClr val="153C4D"/>
                </a:solidFill>
                <a:latin typeface="Calibri"/>
                <a:ea typeface="Calibri"/>
                <a:cs typeface="Calibri"/>
              </a:rPr>
              <a:t>Snowflake target parsed; ingestion SQL received static checks</a:t>
            </a:r>
          </a:p>
        </p:txBody>
      </p:sp>
      <p:sp>
        <p:nvSpPr>
          <p:cNvPr id="8" name="">
            <a:extLst xmlns:a="http://schemas.openxmlformats.org/drawingml/2006/main">
              <a:ext uri="{FF2B5EF4-FFF2-40B4-BE49-F238E27FC236}">
                <a16:creationId xmlns:a16="http://schemas.microsoft.com/office/drawing/2014/main" id="{AFE4F139-5A7E-4BB2-9A2A-9B3D4C28B858}"/>
              </a:ext>
            </a:extLst>
          </p:cNvPr>
          <p:cNvSpPr>
            <a:spLocks xmlns:a="http://schemas.openxmlformats.org/drawingml/2006/main" noGrp="1"/>
          </p:cNvSpPr>
          <p:nvPr/>
        </p:nvSpPr>
        <p:spPr>
          <a:xfrm xmlns:a="http://schemas.openxmlformats.org/drawingml/2006/main">
            <a:off x="723900" y="4752975"/>
            <a:ext cx="10668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0">
                <a:solidFill>
                  <a:srgbClr val="153C4D"/>
                </a:solidFill>
                <a:latin typeface="Calibri"/>
                <a:ea typeface="Calibri"/>
                <a:cs typeface="Calibri"/>
              </a:defRPr>
            </a:defPPr>
            <a:lvl1pPr>
              <a:defRPr sz="2100" b="0">
                <a:solidFill>
                  <a:srgbClr val="153C4D"/>
                </a:solidFill>
                <a:latin typeface="Calibri"/>
                <a:ea typeface="Calibri"/>
                <a:cs typeface="Calibri"/>
              </a:defRPr>
            </a:lvl1pPr>
            <a:lvl2pPr>
              <a:defRPr sz="2100" b="0">
                <a:solidFill>
                  <a:srgbClr val="153C4D"/>
                </a:solidFill>
                <a:latin typeface="Calibri"/>
                <a:ea typeface="Calibri"/>
                <a:cs typeface="Calibri"/>
              </a:defRPr>
            </a:lvl2pPr>
            <a:lvl3pPr>
              <a:defRPr sz="2100" b="0">
                <a:solidFill>
                  <a:srgbClr val="153C4D"/>
                </a:solidFill>
                <a:latin typeface="Calibri"/>
                <a:ea typeface="Calibri"/>
                <a:cs typeface="Calibri"/>
              </a:defRPr>
            </a:lvl3pPr>
            <a:lvl4pPr>
              <a:defRPr sz="2100" b="0">
                <a:solidFill>
                  <a:srgbClr val="153C4D"/>
                </a:solidFill>
                <a:latin typeface="Calibri"/>
                <a:ea typeface="Calibri"/>
                <a:cs typeface="Calibri"/>
              </a:defRPr>
            </a:lvl4pPr>
            <a:lvl5pPr>
              <a:defRPr sz="2100" b="0">
                <a:solidFill>
                  <a:srgbClr val="153C4D"/>
                </a:solidFill>
                <a:latin typeface="Calibri"/>
                <a:ea typeface="Calibri"/>
                <a:cs typeface="Calibri"/>
              </a:defRPr>
            </a:lvl5pPr>
            <a:lvl6pPr>
              <a:defRPr sz="2100" b="0">
                <a:solidFill>
                  <a:srgbClr val="153C4D"/>
                </a:solidFill>
                <a:latin typeface="Calibri"/>
                <a:ea typeface="Calibri"/>
                <a:cs typeface="Calibri"/>
              </a:defRPr>
            </a:lvl6pPr>
            <a:lvl7pPr>
              <a:defRPr sz="2100" b="0">
                <a:solidFill>
                  <a:srgbClr val="153C4D"/>
                </a:solidFill>
                <a:latin typeface="Calibri"/>
                <a:ea typeface="Calibri"/>
                <a:cs typeface="Calibri"/>
              </a:defRPr>
            </a:lvl7pPr>
            <a:lvl8pPr>
              <a:defRPr sz="2100" b="0">
                <a:solidFill>
                  <a:srgbClr val="153C4D"/>
                </a:solidFill>
                <a:latin typeface="Calibri"/>
                <a:ea typeface="Calibri"/>
                <a:cs typeface="Calibri"/>
              </a:defRPr>
            </a:lvl8pPr>
            <a:lvl9pPr>
              <a:defRPr sz="2100" b="0">
                <a:solidFill>
                  <a:srgbClr val="153C4D"/>
                </a:solidFill>
                <a:latin typeface="Calibri"/>
                <a:ea typeface="Calibri"/>
                <a:cs typeface="Calibri"/>
              </a:defRPr>
            </a:lvl9pPr>
          </a:lstStyle>
          <a:p xmlns:a="http://schemas.openxmlformats.org/drawingml/2006/main">
            <a:pPr>
              <a:defRPr sz="2100" b="0">
                <a:solidFill>
                  <a:srgbClr val="153C4D"/>
                </a:solidFill>
                <a:latin typeface="Calibri"/>
                <a:ea typeface="Calibri"/>
                <a:cs typeface="Calibri"/>
              </a:defRPr>
            </a:pPr>
            <a:r>
              <a:rPr sz="2100" b="0">
                <a:solidFill>
                  <a:srgbClr val="153C4D"/>
                </a:solidFill>
                <a:latin typeface="Calibri"/>
                <a:ea typeface="Calibri"/>
                <a:cs typeface="Calibri"/>
              </a:rPr>
              <a:t>Live Snowflake execution remains pending account access</a:t>
            </a:r>
          </a:p>
        </p:txBody>
      </p:sp>
    </p:spTree>
    <p:extLst>
      <p:ext uri="{BB962C8B-B14F-4D97-AF65-F5344CB8AC3E}">
        <p14:creationId xmlns:p14="http://schemas.microsoft.com/office/powerpoint/2010/main" val="211640307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A064244-D8D4-4DC7-8DF8-87D58C593DA2}"/>
              </a:ext>
            </a:extLst>
          </p:cNvPr>
          <p:cNvSpPr>
            <a:spLocks xmlns:a="http://schemas.openxmlformats.org/drawingml/2006/main" noGrp="1"/>
          </p:cNvSpPr>
          <p:nvPr/>
        </p:nvSpPr>
        <p:spPr>
          <a:xfrm xmlns:a="http://schemas.openxmlformats.org/drawingml/2006/main">
            <a:off x="609600" y="457200"/>
            <a:ext cx="109728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225" b="1">
                <a:solidFill>
                  <a:srgbClr val="153C4D"/>
                </a:solidFill>
                <a:latin typeface="Calibri"/>
                <a:ea typeface="Calibri"/>
                <a:cs typeface="Calibri"/>
              </a:defRPr>
            </a:defPPr>
            <a:lvl1pPr>
              <a:defRPr sz="3225" b="1">
                <a:solidFill>
                  <a:srgbClr val="153C4D"/>
                </a:solidFill>
                <a:latin typeface="Calibri"/>
                <a:ea typeface="Calibri"/>
                <a:cs typeface="Calibri"/>
              </a:defRPr>
            </a:lvl1pPr>
            <a:lvl2pPr>
              <a:defRPr sz="3225" b="1">
                <a:solidFill>
                  <a:srgbClr val="153C4D"/>
                </a:solidFill>
                <a:latin typeface="Calibri"/>
                <a:ea typeface="Calibri"/>
                <a:cs typeface="Calibri"/>
              </a:defRPr>
            </a:lvl2pPr>
            <a:lvl3pPr>
              <a:defRPr sz="3225" b="1">
                <a:solidFill>
                  <a:srgbClr val="153C4D"/>
                </a:solidFill>
                <a:latin typeface="Calibri"/>
                <a:ea typeface="Calibri"/>
                <a:cs typeface="Calibri"/>
              </a:defRPr>
            </a:lvl3pPr>
            <a:lvl4pPr>
              <a:defRPr sz="3225" b="1">
                <a:solidFill>
                  <a:srgbClr val="153C4D"/>
                </a:solidFill>
                <a:latin typeface="Calibri"/>
                <a:ea typeface="Calibri"/>
                <a:cs typeface="Calibri"/>
              </a:defRPr>
            </a:lvl4pPr>
            <a:lvl5pPr>
              <a:defRPr sz="3225" b="1">
                <a:solidFill>
                  <a:srgbClr val="153C4D"/>
                </a:solidFill>
                <a:latin typeface="Calibri"/>
                <a:ea typeface="Calibri"/>
                <a:cs typeface="Calibri"/>
              </a:defRPr>
            </a:lvl5pPr>
            <a:lvl6pPr>
              <a:defRPr sz="3225" b="1">
                <a:solidFill>
                  <a:srgbClr val="153C4D"/>
                </a:solidFill>
                <a:latin typeface="Calibri"/>
                <a:ea typeface="Calibri"/>
                <a:cs typeface="Calibri"/>
              </a:defRPr>
            </a:lvl6pPr>
            <a:lvl7pPr>
              <a:defRPr sz="3225" b="1">
                <a:solidFill>
                  <a:srgbClr val="153C4D"/>
                </a:solidFill>
                <a:latin typeface="Calibri"/>
                <a:ea typeface="Calibri"/>
                <a:cs typeface="Calibri"/>
              </a:defRPr>
            </a:lvl7pPr>
            <a:lvl8pPr>
              <a:defRPr sz="3225" b="1">
                <a:solidFill>
                  <a:srgbClr val="153C4D"/>
                </a:solidFill>
                <a:latin typeface="Calibri"/>
                <a:ea typeface="Calibri"/>
                <a:cs typeface="Calibri"/>
              </a:defRPr>
            </a:lvl8pPr>
            <a:lvl9pPr>
              <a:defRPr sz="3225" b="1">
                <a:solidFill>
                  <a:srgbClr val="153C4D"/>
                </a:solidFill>
                <a:latin typeface="Calibri"/>
                <a:ea typeface="Calibri"/>
                <a:cs typeface="Calibri"/>
              </a:defRPr>
            </a:lvl9pPr>
          </a:lstStyle>
          <a:p xmlns:a="http://schemas.openxmlformats.org/drawingml/2006/main">
            <a:pPr>
              <a:defRPr sz="3225" b="1">
                <a:solidFill>
                  <a:srgbClr val="153C4D"/>
                </a:solidFill>
                <a:latin typeface="Calibri"/>
                <a:ea typeface="Calibri"/>
                <a:cs typeface="Calibri"/>
              </a:defRPr>
            </a:pPr>
            <a:r>
              <a:rPr sz="3225" b="1">
                <a:solidFill>
                  <a:srgbClr val="153C4D"/>
                </a:solidFill>
                <a:latin typeface="Calibri"/>
                <a:ea typeface="Calibri"/>
                <a:cs typeface="Calibri"/>
              </a:rPr>
              <a:t>Data contract and next improvements</a:t>
            </a:r>
          </a:p>
        </p:txBody>
      </p:sp>
      <p:sp>
        <p:nvSpPr>
          <p:cNvPr id="2" name="">
            <a:extLst xmlns:a="http://schemas.openxmlformats.org/drawingml/2006/main">
              <a:ext uri="{FF2B5EF4-FFF2-40B4-BE49-F238E27FC236}">
                <a16:creationId xmlns:a16="http://schemas.microsoft.com/office/drawing/2014/main" id="{CD80B739-6C88-4CBA-BBC7-4185442E3EC1}"/>
              </a:ext>
            </a:extLst>
          </p:cNvPr>
          <p:cNvSpPr>
            <a:spLocks xmlns:a="http://schemas.openxmlformats.org/drawingml/2006/main" noGrp="1"/>
          </p:cNvSpPr>
          <p:nvPr/>
        </p:nvSpPr>
        <p:spPr>
          <a:xfrm xmlns:a="http://schemas.openxmlformats.org/drawingml/2006/main">
            <a:off x="609600" y="1323975"/>
            <a:ext cx="109728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0">
                <a:solidFill>
                  <a:srgbClr val="465866"/>
                </a:solidFill>
                <a:latin typeface="Calibri"/>
                <a:ea typeface="Calibri"/>
                <a:cs typeface="Calibri"/>
              </a:defRPr>
            </a:defPPr>
            <a:lvl1pPr>
              <a:defRPr sz="1725" b="0">
                <a:solidFill>
                  <a:srgbClr val="465866"/>
                </a:solidFill>
                <a:latin typeface="Calibri"/>
                <a:ea typeface="Calibri"/>
                <a:cs typeface="Calibri"/>
              </a:defRPr>
            </a:lvl1pPr>
            <a:lvl2pPr>
              <a:defRPr sz="1725" b="0">
                <a:solidFill>
                  <a:srgbClr val="465866"/>
                </a:solidFill>
                <a:latin typeface="Calibri"/>
                <a:ea typeface="Calibri"/>
                <a:cs typeface="Calibri"/>
              </a:defRPr>
            </a:lvl2pPr>
            <a:lvl3pPr>
              <a:defRPr sz="1725" b="0">
                <a:solidFill>
                  <a:srgbClr val="465866"/>
                </a:solidFill>
                <a:latin typeface="Calibri"/>
                <a:ea typeface="Calibri"/>
                <a:cs typeface="Calibri"/>
              </a:defRPr>
            </a:lvl3pPr>
            <a:lvl4pPr>
              <a:defRPr sz="1725" b="0">
                <a:solidFill>
                  <a:srgbClr val="465866"/>
                </a:solidFill>
                <a:latin typeface="Calibri"/>
                <a:ea typeface="Calibri"/>
                <a:cs typeface="Calibri"/>
              </a:defRPr>
            </a:lvl4pPr>
            <a:lvl5pPr>
              <a:defRPr sz="1725" b="0">
                <a:solidFill>
                  <a:srgbClr val="465866"/>
                </a:solidFill>
                <a:latin typeface="Calibri"/>
                <a:ea typeface="Calibri"/>
                <a:cs typeface="Calibri"/>
              </a:defRPr>
            </a:lvl5pPr>
            <a:lvl6pPr>
              <a:defRPr sz="1725" b="0">
                <a:solidFill>
                  <a:srgbClr val="465866"/>
                </a:solidFill>
                <a:latin typeface="Calibri"/>
                <a:ea typeface="Calibri"/>
                <a:cs typeface="Calibri"/>
              </a:defRPr>
            </a:lvl6pPr>
            <a:lvl7pPr>
              <a:defRPr sz="1725" b="0">
                <a:solidFill>
                  <a:srgbClr val="465866"/>
                </a:solidFill>
                <a:latin typeface="Calibri"/>
                <a:ea typeface="Calibri"/>
                <a:cs typeface="Calibri"/>
              </a:defRPr>
            </a:lvl7pPr>
            <a:lvl8pPr>
              <a:defRPr sz="1725" b="0">
                <a:solidFill>
                  <a:srgbClr val="465866"/>
                </a:solidFill>
                <a:latin typeface="Calibri"/>
                <a:ea typeface="Calibri"/>
                <a:cs typeface="Calibri"/>
              </a:defRPr>
            </a:lvl8pPr>
            <a:lvl9pPr>
              <a:defRPr sz="1725" b="0">
                <a:solidFill>
                  <a:srgbClr val="465866"/>
                </a:solidFill>
                <a:latin typeface="Calibri"/>
                <a:ea typeface="Calibri"/>
                <a:cs typeface="Calibri"/>
              </a:defRPr>
            </a:lvl9pPr>
          </a:lstStyle>
          <a:p xmlns:a="http://schemas.openxmlformats.org/drawingml/2006/main">
            <a:pPr>
              <a:defRPr sz="1725" b="0">
                <a:solidFill>
                  <a:srgbClr val="465866"/>
                </a:solidFill>
                <a:latin typeface="Calibri"/>
                <a:ea typeface="Calibri"/>
                <a:cs typeface="Calibri"/>
              </a:defRPr>
            </a:pPr>
            <a:r>
              <a:rPr sz="1725" b="0">
                <a:solidFill>
                  <a:srgbClr val="465866"/>
                </a:solidFill>
                <a:latin typeface="Calibri"/>
                <a:ea typeface="Calibri"/>
                <a:cs typeface="Calibri"/>
              </a:rPr>
              <a:t>Resolve meaning before adding more data</a:t>
            </a:r>
          </a:p>
        </p:txBody>
      </p:sp>
      <p:sp>
        <p:nvSpPr>
          <p:cNvPr id="3" name="">
            <a:extLst xmlns:a="http://schemas.openxmlformats.org/drawingml/2006/main">
              <a:ext uri="{FF2B5EF4-FFF2-40B4-BE49-F238E27FC236}">
                <a16:creationId xmlns:a16="http://schemas.microsoft.com/office/drawing/2014/main" id="{4B4E3399-5CB7-463A-BF5B-645E26A98C06}"/>
              </a:ext>
            </a:extLst>
          </p:cNvPr>
          <p:cNvSpPr>
            <a:spLocks xmlns:a="http://schemas.openxmlformats.org/drawingml/2006/main" noGrp="1"/>
          </p:cNvSpPr>
          <p:nvPr/>
        </p:nvSpPr>
        <p:spPr>
          <a:xfrm xmlns:a="http://schemas.openxmlformats.org/drawingml/2006/main">
            <a:off x="609600" y="6400800"/>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465866"/>
                </a:solidFill>
                <a:latin typeface="Calibri"/>
                <a:ea typeface="Calibri"/>
                <a:cs typeface="Calibri"/>
              </a:defRPr>
            </a:defPPr>
            <a:lvl1pPr>
              <a:defRPr sz="1125" b="0">
                <a:solidFill>
                  <a:srgbClr val="465866"/>
                </a:solidFill>
                <a:latin typeface="Calibri"/>
                <a:ea typeface="Calibri"/>
                <a:cs typeface="Calibri"/>
              </a:defRPr>
            </a:lvl1pPr>
            <a:lvl2pPr>
              <a:defRPr sz="1125" b="0">
                <a:solidFill>
                  <a:srgbClr val="465866"/>
                </a:solidFill>
                <a:latin typeface="Calibri"/>
                <a:ea typeface="Calibri"/>
                <a:cs typeface="Calibri"/>
              </a:defRPr>
            </a:lvl2pPr>
            <a:lvl3pPr>
              <a:defRPr sz="1125" b="0">
                <a:solidFill>
                  <a:srgbClr val="465866"/>
                </a:solidFill>
                <a:latin typeface="Calibri"/>
                <a:ea typeface="Calibri"/>
                <a:cs typeface="Calibri"/>
              </a:defRPr>
            </a:lvl3pPr>
            <a:lvl4pPr>
              <a:defRPr sz="1125" b="0">
                <a:solidFill>
                  <a:srgbClr val="465866"/>
                </a:solidFill>
                <a:latin typeface="Calibri"/>
                <a:ea typeface="Calibri"/>
                <a:cs typeface="Calibri"/>
              </a:defRPr>
            </a:lvl4pPr>
            <a:lvl5pPr>
              <a:defRPr sz="1125" b="0">
                <a:solidFill>
                  <a:srgbClr val="465866"/>
                </a:solidFill>
                <a:latin typeface="Calibri"/>
                <a:ea typeface="Calibri"/>
                <a:cs typeface="Calibri"/>
              </a:defRPr>
            </a:lvl5pPr>
            <a:lvl6pPr>
              <a:defRPr sz="1125" b="0">
                <a:solidFill>
                  <a:srgbClr val="465866"/>
                </a:solidFill>
                <a:latin typeface="Calibri"/>
                <a:ea typeface="Calibri"/>
                <a:cs typeface="Calibri"/>
              </a:defRPr>
            </a:lvl6pPr>
            <a:lvl7pPr>
              <a:defRPr sz="1125" b="0">
                <a:solidFill>
                  <a:srgbClr val="465866"/>
                </a:solidFill>
                <a:latin typeface="Calibri"/>
                <a:ea typeface="Calibri"/>
                <a:cs typeface="Calibri"/>
              </a:defRPr>
            </a:lvl7pPr>
            <a:lvl8pPr>
              <a:defRPr sz="1125" b="0">
                <a:solidFill>
                  <a:srgbClr val="465866"/>
                </a:solidFill>
                <a:latin typeface="Calibri"/>
                <a:ea typeface="Calibri"/>
                <a:cs typeface="Calibri"/>
              </a:defRPr>
            </a:lvl8pPr>
            <a:lvl9pPr>
              <a:defRPr sz="1125" b="0">
                <a:solidFill>
                  <a:srgbClr val="465866"/>
                </a:solidFill>
                <a:latin typeface="Calibri"/>
                <a:ea typeface="Calibri"/>
                <a:cs typeface="Calibri"/>
              </a:defRPr>
            </a:lvl9pPr>
          </a:lstStyle>
          <a:p xmlns:a="http://schemas.openxmlformats.org/drawingml/2006/main">
            <a:pPr>
              <a:defRPr sz="1125" b="0">
                <a:solidFill>
                  <a:srgbClr val="465866"/>
                </a:solidFill>
                <a:latin typeface="Calibri"/>
                <a:ea typeface="Calibri"/>
                <a:cs typeface="Calibri"/>
              </a:defRPr>
            </a:pPr>
            <a:r>
              <a:rPr sz="1125" b="0">
                <a:solidFill>
                  <a:srgbClr val="465866"/>
                </a:solidFill>
                <a:latin typeface="Calibri"/>
                <a:ea typeface="Calibri"/>
                <a:cs typeface="Calibri"/>
              </a:rPr>
              <a:t>SAROJ BHANDARI   /   BIRD STRIKES ASSESSMENT</a:t>
            </a:r>
          </a:p>
        </p:txBody>
      </p:sp>
      <p:sp>
        <p:nvSpPr>
          <p:cNvPr id="4" name="">
            <a:extLst xmlns:a="http://schemas.openxmlformats.org/drawingml/2006/main">
              <a:ext uri="{FF2B5EF4-FFF2-40B4-BE49-F238E27FC236}">
                <a16:creationId xmlns:a16="http://schemas.microsoft.com/office/drawing/2014/main" id="{D03157C5-F9CE-46E6-8287-D0C62E1DF37B}"/>
              </a:ext>
            </a:extLst>
          </p:cNvPr>
          <p:cNvSpPr>
            <a:spLocks xmlns:a="http://schemas.openxmlformats.org/drawingml/2006/main" noGrp="1"/>
          </p:cNvSpPr>
          <p:nvPr/>
        </p:nvSpPr>
        <p:spPr>
          <a:xfrm xmlns:a="http://schemas.openxmlformats.org/drawingml/2006/main">
            <a:off x="11334750" y="64008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465866"/>
                </a:solidFill>
                <a:latin typeface="Calibri"/>
                <a:ea typeface="Calibri"/>
                <a:cs typeface="Calibri"/>
              </a:defRPr>
            </a:defPPr>
            <a:lvl1pPr>
              <a:defRPr sz="1125" b="0">
                <a:solidFill>
                  <a:srgbClr val="465866"/>
                </a:solidFill>
                <a:latin typeface="Calibri"/>
                <a:ea typeface="Calibri"/>
                <a:cs typeface="Calibri"/>
              </a:defRPr>
            </a:lvl1pPr>
            <a:lvl2pPr>
              <a:defRPr sz="1125" b="0">
                <a:solidFill>
                  <a:srgbClr val="465866"/>
                </a:solidFill>
                <a:latin typeface="Calibri"/>
                <a:ea typeface="Calibri"/>
                <a:cs typeface="Calibri"/>
              </a:defRPr>
            </a:lvl2pPr>
            <a:lvl3pPr>
              <a:defRPr sz="1125" b="0">
                <a:solidFill>
                  <a:srgbClr val="465866"/>
                </a:solidFill>
                <a:latin typeface="Calibri"/>
                <a:ea typeface="Calibri"/>
                <a:cs typeface="Calibri"/>
              </a:defRPr>
            </a:lvl3pPr>
            <a:lvl4pPr>
              <a:defRPr sz="1125" b="0">
                <a:solidFill>
                  <a:srgbClr val="465866"/>
                </a:solidFill>
                <a:latin typeface="Calibri"/>
                <a:ea typeface="Calibri"/>
                <a:cs typeface="Calibri"/>
              </a:defRPr>
            </a:lvl4pPr>
            <a:lvl5pPr>
              <a:defRPr sz="1125" b="0">
                <a:solidFill>
                  <a:srgbClr val="465866"/>
                </a:solidFill>
                <a:latin typeface="Calibri"/>
                <a:ea typeface="Calibri"/>
                <a:cs typeface="Calibri"/>
              </a:defRPr>
            </a:lvl5pPr>
            <a:lvl6pPr>
              <a:defRPr sz="1125" b="0">
                <a:solidFill>
                  <a:srgbClr val="465866"/>
                </a:solidFill>
                <a:latin typeface="Calibri"/>
                <a:ea typeface="Calibri"/>
                <a:cs typeface="Calibri"/>
              </a:defRPr>
            </a:lvl6pPr>
            <a:lvl7pPr>
              <a:defRPr sz="1125" b="0">
                <a:solidFill>
                  <a:srgbClr val="465866"/>
                </a:solidFill>
                <a:latin typeface="Calibri"/>
                <a:ea typeface="Calibri"/>
                <a:cs typeface="Calibri"/>
              </a:defRPr>
            </a:lvl7pPr>
            <a:lvl8pPr>
              <a:defRPr sz="1125" b="0">
                <a:solidFill>
                  <a:srgbClr val="465866"/>
                </a:solidFill>
                <a:latin typeface="Calibri"/>
                <a:ea typeface="Calibri"/>
                <a:cs typeface="Calibri"/>
              </a:defRPr>
            </a:lvl8pPr>
            <a:lvl9pPr>
              <a:defRPr sz="1125" b="0">
                <a:solidFill>
                  <a:srgbClr val="465866"/>
                </a:solidFill>
                <a:latin typeface="Calibri"/>
                <a:ea typeface="Calibri"/>
                <a:cs typeface="Calibri"/>
              </a:defRPr>
            </a:lvl9pPr>
          </a:lstStyle>
          <a:p xmlns:a="http://schemas.openxmlformats.org/drawingml/2006/main">
            <a:pPr>
              <a:defRPr sz="1125" b="0">
                <a:solidFill>
                  <a:srgbClr val="465866"/>
                </a:solidFill>
                <a:latin typeface="Calibri"/>
                <a:ea typeface="Calibri"/>
                <a:cs typeface="Calibri"/>
              </a:defRPr>
            </a:pPr>
            <a:r>
              <a:rPr sz="1125" b="0">
                <a:solidFill>
                  <a:srgbClr val="465866"/>
                </a:solidFill>
                <a:latin typeface="Calibri"/>
                <a:ea typeface="Calibri"/>
                <a:cs typeface="Calibri"/>
              </a:rPr>
              <a:t>11</a:t>
            </a:r>
          </a:p>
        </p:txBody>
      </p:sp>
      <p:sp>
        <p:nvSpPr>
          <p:cNvPr id="5" name="">
            <a:extLst xmlns:a="http://schemas.openxmlformats.org/drawingml/2006/main">
              <a:ext uri="{FF2B5EF4-FFF2-40B4-BE49-F238E27FC236}">
                <a16:creationId xmlns:a16="http://schemas.microsoft.com/office/drawing/2014/main" id="{7C7876E7-6462-47B3-AB16-BB138905C808}"/>
              </a:ext>
            </a:extLst>
          </p:cNvPr>
          <p:cNvSpPr>
            <a:spLocks xmlns:a="http://schemas.openxmlformats.org/drawingml/2006/main" noGrp="1"/>
          </p:cNvSpPr>
          <p:nvPr/>
        </p:nvSpPr>
        <p:spPr>
          <a:xfrm xmlns:a="http://schemas.openxmlformats.org/drawingml/2006/main">
            <a:off x="723900" y="2095500"/>
            <a:ext cx="10668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0">
                <a:solidFill>
                  <a:srgbClr val="153C4D"/>
                </a:solidFill>
                <a:latin typeface="Calibri"/>
                <a:ea typeface="Calibri"/>
                <a:cs typeface="Calibri"/>
              </a:defRPr>
            </a:defPPr>
            <a:lvl1pPr>
              <a:defRPr sz="2100" b="0">
                <a:solidFill>
                  <a:srgbClr val="153C4D"/>
                </a:solidFill>
                <a:latin typeface="Calibri"/>
                <a:ea typeface="Calibri"/>
                <a:cs typeface="Calibri"/>
              </a:defRPr>
            </a:lvl1pPr>
            <a:lvl2pPr>
              <a:defRPr sz="2100" b="0">
                <a:solidFill>
                  <a:srgbClr val="153C4D"/>
                </a:solidFill>
                <a:latin typeface="Calibri"/>
                <a:ea typeface="Calibri"/>
                <a:cs typeface="Calibri"/>
              </a:defRPr>
            </a:lvl2pPr>
            <a:lvl3pPr>
              <a:defRPr sz="2100" b="0">
                <a:solidFill>
                  <a:srgbClr val="153C4D"/>
                </a:solidFill>
                <a:latin typeface="Calibri"/>
                <a:ea typeface="Calibri"/>
                <a:cs typeface="Calibri"/>
              </a:defRPr>
            </a:lvl3pPr>
            <a:lvl4pPr>
              <a:defRPr sz="2100" b="0">
                <a:solidFill>
                  <a:srgbClr val="153C4D"/>
                </a:solidFill>
                <a:latin typeface="Calibri"/>
                <a:ea typeface="Calibri"/>
                <a:cs typeface="Calibri"/>
              </a:defRPr>
            </a:lvl4pPr>
            <a:lvl5pPr>
              <a:defRPr sz="2100" b="0">
                <a:solidFill>
                  <a:srgbClr val="153C4D"/>
                </a:solidFill>
                <a:latin typeface="Calibri"/>
                <a:ea typeface="Calibri"/>
                <a:cs typeface="Calibri"/>
              </a:defRPr>
            </a:lvl5pPr>
            <a:lvl6pPr>
              <a:defRPr sz="2100" b="0">
                <a:solidFill>
                  <a:srgbClr val="153C4D"/>
                </a:solidFill>
                <a:latin typeface="Calibri"/>
                <a:ea typeface="Calibri"/>
                <a:cs typeface="Calibri"/>
              </a:defRPr>
            </a:lvl6pPr>
            <a:lvl7pPr>
              <a:defRPr sz="2100" b="0">
                <a:solidFill>
                  <a:srgbClr val="153C4D"/>
                </a:solidFill>
                <a:latin typeface="Calibri"/>
                <a:ea typeface="Calibri"/>
                <a:cs typeface="Calibri"/>
              </a:defRPr>
            </a:lvl7pPr>
            <a:lvl8pPr>
              <a:defRPr sz="2100" b="0">
                <a:solidFill>
                  <a:srgbClr val="153C4D"/>
                </a:solidFill>
                <a:latin typeface="Calibri"/>
                <a:ea typeface="Calibri"/>
                <a:cs typeface="Calibri"/>
              </a:defRPr>
            </a:lvl8pPr>
            <a:lvl9pPr>
              <a:defRPr sz="2100" b="0">
                <a:solidFill>
                  <a:srgbClr val="153C4D"/>
                </a:solidFill>
                <a:latin typeface="Calibri"/>
                <a:ea typeface="Calibri"/>
                <a:cs typeface="Calibri"/>
              </a:defRPr>
            </a:lvl9pPr>
          </a:lstStyle>
          <a:p xmlns:a="http://schemas.openxmlformats.org/drawingml/2006/main">
            <a:pPr>
              <a:defRPr sz="2100" b="0">
                <a:solidFill>
                  <a:srgbClr val="153C4D"/>
                </a:solidFill>
                <a:latin typeface="Calibri"/>
                <a:ea typeface="Calibri"/>
                <a:cs typeface="Calibri"/>
              </a:defRPr>
            </a:pPr>
            <a:r>
              <a:rPr sz="2100" b="0">
                <a:solidFill>
                  <a:srgbClr val="153C4D"/>
                </a:solidFill>
                <a:latin typeface="Calibri"/>
                <a:ea typeface="Calibri"/>
                <a:cs typeface="Calibri"/>
              </a:rPr>
              <a:t>Confirm airport role, daily null semantics and snapshot scope</a:t>
            </a:r>
          </a:p>
        </p:txBody>
      </p:sp>
      <p:sp>
        <p:nvSpPr>
          <p:cNvPr id="6" name="">
            <a:extLst xmlns:a="http://schemas.openxmlformats.org/drawingml/2006/main">
              <a:ext uri="{FF2B5EF4-FFF2-40B4-BE49-F238E27FC236}">
                <a16:creationId xmlns:a16="http://schemas.microsoft.com/office/drawing/2014/main" id="{E85FBF09-9661-4ABC-A052-CB8D3E15863F}"/>
              </a:ext>
            </a:extLst>
          </p:cNvPr>
          <p:cNvSpPr>
            <a:spLocks xmlns:a="http://schemas.openxmlformats.org/drawingml/2006/main" noGrp="1"/>
          </p:cNvSpPr>
          <p:nvPr/>
        </p:nvSpPr>
        <p:spPr>
          <a:xfrm xmlns:a="http://schemas.openxmlformats.org/drawingml/2006/main">
            <a:off x="723900" y="2981325"/>
            <a:ext cx="10668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0">
                <a:solidFill>
                  <a:srgbClr val="153C4D"/>
                </a:solidFill>
                <a:latin typeface="Calibri"/>
                <a:ea typeface="Calibri"/>
                <a:cs typeface="Calibri"/>
              </a:defRPr>
            </a:defPPr>
            <a:lvl1pPr>
              <a:defRPr sz="2100" b="0">
                <a:solidFill>
                  <a:srgbClr val="153C4D"/>
                </a:solidFill>
                <a:latin typeface="Calibri"/>
                <a:ea typeface="Calibri"/>
                <a:cs typeface="Calibri"/>
              </a:defRPr>
            </a:lvl1pPr>
            <a:lvl2pPr>
              <a:defRPr sz="2100" b="0">
                <a:solidFill>
                  <a:srgbClr val="153C4D"/>
                </a:solidFill>
                <a:latin typeface="Calibri"/>
                <a:ea typeface="Calibri"/>
                <a:cs typeface="Calibri"/>
              </a:defRPr>
            </a:lvl2pPr>
            <a:lvl3pPr>
              <a:defRPr sz="2100" b="0">
                <a:solidFill>
                  <a:srgbClr val="153C4D"/>
                </a:solidFill>
                <a:latin typeface="Calibri"/>
                <a:ea typeface="Calibri"/>
                <a:cs typeface="Calibri"/>
              </a:defRPr>
            </a:lvl3pPr>
            <a:lvl4pPr>
              <a:defRPr sz="2100" b="0">
                <a:solidFill>
                  <a:srgbClr val="153C4D"/>
                </a:solidFill>
                <a:latin typeface="Calibri"/>
                <a:ea typeface="Calibri"/>
                <a:cs typeface="Calibri"/>
              </a:defRPr>
            </a:lvl4pPr>
            <a:lvl5pPr>
              <a:defRPr sz="2100" b="0">
                <a:solidFill>
                  <a:srgbClr val="153C4D"/>
                </a:solidFill>
                <a:latin typeface="Calibri"/>
                <a:ea typeface="Calibri"/>
                <a:cs typeface="Calibri"/>
              </a:defRPr>
            </a:lvl5pPr>
            <a:lvl6pPr>
              <a:defRPr sz="2100" b="0">
                <a:solidFill>
                  <a:srgbClr val="153C4D"/>
                </a:solidFill>
                <a:latin typeface="Calibri"/>
                <a:ea typeface="Calibri"/>
                <a:cs typeface="Calibri"/>
              </a:defRPr>
            </a:lvl6pPr>
            <a:lvl7pPr>
              <a:defRPr sz="2100" b="0">
                <a:solidFill>
                  <a:srgbClr val="153C4D"/>
                </a:solidFill>
                <a:latin typeface="Calibri"/>
                <a:ea typeface="Calibri"/>
                <a:cs typeface="Calibri"/>
              </a:defRPr>
            </a:lvl7pPr>
            <a:lvl8pPr>
              <a:defRPr sz="2100" b="0">
                <a:solidFill>
                  <a:srgbClr val="153C4D"/>
                </a:solidFill>
                <a:latin typeface="Calibri"/>
                <a:ea typeface="Calibri"/>
                <a:cs typeface="Calibri"/>
              </a:defRPr>
            </a:lvl8pPr>
            <a:lvl9pPr>
              <a:defRPr sz="2100" b="0">
                <a:solidFill>
                  <a:srgbClr val="153C4D"/>
                </a:solidFill>
                <a:latin typeface="Calibri"/>
                <a:ea typeface="Calibri"/>
                <a:cs typeface="Calibri"/>
              </a:defRPr>
            </a:lvl9pPr>
          </a:lstStyle>
          <a:p xmlns:a="http://schemas.openxmlformats.org/drawingml/2006/main">
            <a:pPr>
              <a:defRPr sz="2100" b="0">
                <a:solidFill>
                  <a:srgbClr val="153C4D"/>
                </a:solidFill>
                <a:latin typeface="Calibri"/>
                <a:ea typeface="Calibri"/>
                <a:cs typeface="Calibri"/>
              </a:defRPr>
            </a:pPr>
            <a:r>
              <a:rPr sz="2100" b="0">
                <a:solidFill>
                  <a:srgbClr val="153C4D"/>
                </a:solidFill>
                <a:latin typeface="Calibri"/>
                <a:ea typeface="Calibri"/>
                <a:cs typeface="Calibri"/>
              </a:rPr>
              <a:t>Confirm currency, cost coverage and altitude inclusivity</a:t>
            </a:r>
          </a:p>
        </p:txBody>
      </p:sp>
      <p:sp>
        <p:nvSpPr>
          <p:cNvPr id="7" name="">
            <a:extLst xmlns:a="http://schemas.openxmlformats.org/drawingml/2006/main">
              <a:ext uri="{FF2B5EF4-FFF2-40B4-BE49-F238E27FC236}">
                <a16:creationId xmlns:a16="http://schemas.microsoft.com/office/drawing/2014/main" id="{3CB843A7-D8C9-4D8B-987A-20C7CB70C125}"/>
              </a:ext>
            </a:extLst>
          </p:cNvPr>
          <p:cNvSpPr>
            <a:spLocks xmlns:a="http://schemas.openxmlformats.org/drawingml/2006/main" noGrp="1"/>
          </p:cNvSpPr>
          <p:nvPr/>
        </p:nvSpPr>
        <p:spPr>
          <a:xfrm xmlns:a="http://schemas.openxmlformats.org/drawingml/2006/main">
            <a:off x="723900" y="3867150"/>
            <a:ext cx="10668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0">
                <a:solidFill>
                  <a:srgbClr val="153C4D"/>
                </a:solidFill>
                <a:latin typeface="Calibri"/>
                <a:ea typeface="Calibri"/>
                <a:cs typeface="Calibri"/>
              </a:defRPr>
            </a:defPPr>
            <a:lvl1pPr>
              <a:defRPr sz="2100" b="0">
                <a:solidFill>
                  <a:srgbClr val="153C4D"/>
                </a:solidFill>
                <a:latin typeface="Calibri"/>
                <a:ea typeface="Calibri"/>
                <a:cs typeface="Calibri"/>
              </a:defRPr>
            </a:lvl1pPr>
            <a:lvl2pPr>
              <a:defRPr sz="2100" b="0">
                <a:solidFill>
                  <a:srgbClr val="153C4D"/>
                </a:solidFill>
                <a:latin typeface="Calibri"/>
                <a:ea typeface="Calibri"/>
                <a:cs typeface="Calibri"/>
              </a:defRPr>
            </a:lvl2pPr>
            <a:lvl3pPr>
              <a:defRPr sz="2100" b="0">
                <a:solidFill>
                  <a:srgbClr val="153C4D"/>
                </a:solidFill>
                <a:latin typeface="Calibri"/>
                <a:ea typeface="Calibri"/>
                <a:cs typeface="Calibri"/>
              </a:defRPr>
            </a:lvl3pPr>
            <a:lvl4pPr>
              <a:defRPr sz="2100" b="0">
                <a:solidFill>
                  <a:srgbClr val="153C4D"/>
                </a:solidFill>
                <a:latin typeface="Calibri"/>
                <a:ea typeface="Calibri"/>
                <a:cs typeface="Calibri"/>
              </a:defRPr>
            </a:lvl4pPr>
            <a:lvl5pPr>
              <a:defRPr sz="2100" b="0">
                <a:solidFill>
                  <a:srgbClr val="153C4D"/>
                </a:solidFill>
                <a:latin typeface="Calibri"/>
                <a:ea typeface="Calibri"/>
                <a:cs typeface="Calibri"/>
              </a:defRPr>
            </a:lvl5pPr>
            <a:lvl6pPr>
              <a:defRPr sz="2100" b="0">
                <a:solidFill>
                  <a:srgbClr val="153C4D"/>
                </a:solidFill>
                <a:latin typeface="Calibri"/>
                <a:ea typeface="Calibri"/>
                <a:cs typeface="Calibri"/>
              </a:defRPr>
            </a:lvl6pPr>
            <a:lvl7pPr>
              <a:defRPr sz="2100" b="0">
                <a:solidFill>
                  <a:srgbClr val="153C4D"/>
                </a:solidFill>
                <a:latin typeface="Calibri"/>
                <a:ea typeface="Calibri"/>
                <a:cs typeface="Calibri"/>
              </a:defRPr>
            </a:lvl7pPr>
            <a:lvl8pPr>
              <a:defRPr sz="2100" b="0">
                <a:solidFill>
                  <a:srgbClr val="153C4D"/>
                </a:solidFill>
                <a:latin typeface="Calibri"/>
                <a:ea typeface="Calibri"/>
                <a:cs typeface="Calibri"/>
              </a:defRPr>
            </a:lvl8pPr>
            <a:lvl9pPr>
              <a:defRPr sz="2100" b="0">
                <a:solidFill>
                  <a:srgbClr val="153C4D"/>
                </a:solidFill>
                <a:latin typeface="Calibri"/>
                <a:ea typeface="Calibri"/>
                <a:cs typeface="Calibri"/>
              </a:defRPr>
            </a:lvl9pPr>
          </a:lstStyle>
          <a:p xmlns:a="http://schemas.openxmlformats.org/drawingml/2006/main">
            <a:pPr>
              <a:defRPr sz="2100" b="0">
                <a:solidFill>
                  <a:srgbClr val="153C4D"/>
                </a:solidFill>
                <a:latin typeface="Calibri"/>
                <a:ea typeface="Calibri"/>
                <a:cs typeface="Calibri"/>
              </a:defRPr>
            </a:pPr>
            <a:r>
              <a:rPr sz="2100" b="0">
                <a:solidFill>
                  <a:srgbClr val="153C4D"/>
                </a:solidFill>
                <a:latin typeface="Calibri"/>
                <a:ea typeface="Calibri"/>
                <a:cs typeface="Calibri"/>
              </a:rPr>
              <a:t>Join FAA operations at airport-period grain for exposure rates</a:t>
            </a:r>
          </a:p>
        </p:txBody>
      </p:sp>
      <p:sp>
        <p:nvSpPr>
          <p:cNvPr id="8" name="">
            <a:extLst xmlns:a="http://schemas.openxmlformats.org/drawingml/2006/main">
              <a:ext uri="{FF2B5EF4-FFF2-40B4-BE49-F238E27FC236}">
                <a16:creationId xmlns:a16="http://schemas.microsoft.com/office/drawing/2014/main" id="{0FAF0380-A557-4985-9930-6A54D854FE61}"/>
              </a:ext>
            </a:extLst>
          </p:cNvPr>
          <p:cNvSpPr>
            <a:spLocks xmlns:a="http://schemas.openxmlformats.org/drawingml/2006/main" noGrp="1"/>
          </p:cNvSpPr>
          <p:nvPr/>
        </p:nvSpPr>
        <p:spPr>
          <a:xfrm xmlns:a="http://schemas.openxmlformats.org/drawingml/2006/main">
            <a:off x="723900" y="4752975"/>
            <a:ext cx="10668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0">
                <a:solidFill>
                  <a:srgbClr val="153C4D"/>
                </a:solidFill>
                <a:latin typeface="Calibri"/>
                <a:ea typeface="Calibri"/>
                <a:cs typeface="Calibri"/>
              </a:defRPr>
            </a:defPPr>
            <a:lvl1pPr>
              <a:defRPr sz="2100" b="0">
                <a:solidFill>
                  <a:srgbClr val="153C4D"/>
                </a:solidFill>
                <a:latin typeface="Calibri"/>
                <a:ea typeface="Calibri"/>
                <a:cs typeface="Calibri"/>
              </a:defRPr>
            </a:lvl1pPr>
            <a:lvl2pPr>
              <a:defRPr sz="2100" b="0">
                <a:solidFill>
                  <a:srgbClr val="153C4D"/>
                </a:solidFill>
                <a:latin typeface="Calibri"/>
                <a:ea typeface="Calibri"/>
                <a:cs typeface="Calibri"/>
              </a:defRPr>
            </a:lvl2pPr>
            <a:lvl3pPr>
              <a:defRPr sz="2100" b="0">
                <a:solidFill>
                  <a:srgbClr val="153C4D"/>
                </a:solidFill>
                <a:latin typeface="Calibri"/>
                <a:ea typeface="Calibri"/>
                <a:cs typeface="Calibri"/>
              </a:defRPr>
            </a:lvl3pPr>
            <a:lvl4pPr>
              <a:defRPr sz="2100" b="0">
                <a:solidFill>
                  <a:srgbClr val="153C4D"/>
                </a:solidFill>
                <a:latin typeface="Calibri"/>
                <a:ea typeface="Calibri"/>
                <a:cs typeface="Calibri"/>
              </a:defRPr>
            </a:lvl4pPr>
            <a:lvl5pPr>
              <a:defRPr sz="2100" b="0">
                <a:solidFill>
                  <a:srgbClr val="153C4D"/>
                </a:solidFill>
                <a:latin typeface="Calibri"/>
                <a:ea typeface="Calibri"/>
                <a:cs typeface="Calibri"/>
              </a:defRPr>
            </a:lvl5pPr>
            <a:lvl6pPr>
              <a:defRPr sz="2100" b="0">
                <a:solidFill>
                  <a:srgbClr val="153C4D"/>
                </a:solidFill>
                <a:latin typeface="Calibri"/>
                <a:ea typeface="Calibri"/>
                <a:cs typeface="Calibri"/>
              </a:defRPr>
            </a:lvl6pPr>
            <a:lvl7pPr>
              <a:defRPr sz="2100" b="0">
                <a:solidFill>
                  <a:srgbClr val="153C4D"/>
                </a:solidFill>
                <a:latin typeface="Calibri"/>
                <a:ea typeface="Calibri"/>
                <a:cs typeface="Calibri"/>
              </a:defRPr>
            </a:lvl7pPr>
            <a:lvl8pPr>
              <a:defRPr sz="2100" b="0">
                <a:solidFill>
                  <a:srgbClr val="153C4D"/>
                </a:solidFill>
                <a:latin typeface="Calibri"/>
                <a:ea typeface="Calibri"/>
                <a:cs typeface="Calibri"/>
              </a:defRPr>
            </a:lvl8pPr>
            <a:lvl9pPr>
              <a:defRPr sz="2100" b="0">
                <a:solidFill>
                  <a:srgbClr val="153C4D"/>
                </a:solidFill>
                <a:latin typeface="Calibri"/>
                <a:ea typeface="Calibri"/>
                <a:cs typeface="Calibri"/>
              </a:defRPr>
            </a:lvl9pPr>
          </a:lstStyle>
          <a:p xmlns:a="http://schemas.openxmlformats.org/drawingml/2006/main">
            <a:pPr>
              <a:defRPr sz="2100" b="0">
                <a:solidFill>
                  <a:srgbClr val="153C4D"/>
                </a:solidFill>
                <a:latin typeface="Calibri"/>
                <a:ea typeface="Calibri"/>
                <a:cs typeface="Calibri"/>
              </a:defRPr>
            </a:pPr>
            <a:r>
              <a:rPr sz="2100" b="0">
                <a:solidFill>
                  <a:srgbClr val="153C4D"/>
                </a:solidFill>
                <a:latin typeface="Calibri"/>
                <a:ea typeface="Calibri"/>
                <a:cs typeface="Calibri"/>
              </a:rPr>
              <a:t>Add vetted airport, weather and wildlife reference data</a:t>
            </a:r>
          </a:p>
        </p:txBody>
      </p:sp>
    </p:spTree>
    <p:extLst>
      <p:ext uri="{BB962C8B-B14F-4D97-AF65-F5344CB8AC3E}">
        <p14:creationId xmlns:p14="http://schemas.microsoft.com/office/powerpoint/2010/main" val="1726002117"/>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474496D-0667-481B-A2B1-4A031180648B}"/>
              </a:ext>
            </a:extLst>
          </p:cNvPr>
          <p:cNvSpPr>
            <a:spLocks xmlns:a="http://schemas.openxmlformats.org/drawingml/2006/main" noGrp="1"/>
          </p:cNvSpPr>
          <p:nvPr/>
        </p:nvSpPr>
        <p:spPr>
          <a:xfrm xmlns:a="http://schemas.openxmlformats.org/drawingml/2006/main">
            <a:off x="609600" y="457200"/>
            <a:ext cx="109728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225" b="1">
                <a:solidFill>
                  <a:srgbClr val="153C4D"/>
                </a:solidFill>
                <a:latin typeface="Calibri"/>
                <a:ea typeface="Calibri"/>
                <a:cs typeface="Calibri"/>
              </a:defRPr>
            </a:defPPr>
            <a:lvl1pPr>
              <a:defRPr sz="3225" b="1">
                <a:solidFill>
                  <a:srgbClr val="153C4D"/>
                </a:solidFill>
                <a:latin typeface="Calibri"/>
                <a:ea typeface="Calibri"/>
                <a:cs typeface="Calibri"/>
              </a:defRPr>
            </a:lvl1pPr>
            <a:lvl2pPr>
              <a:defRPr sz="3225" b="1">
                <a:solidFill>
                  <a:srgbClr val="153C4D"/>
                </a:solidFill>
                <a:latin typeface="Calibri"/>
                <a:ea typeface="Calibri"/>
                <a:cs typeface="Calibri"/>
              </a:defRPr>
            </a:lvl2pPr>
            <a:lvl3pPr>
              <a:defRPr sz="3225" b="1">
                <a:solidFill>
                  <a:srgbClr val="153C4D"/>
                </a:solidFill>
                <a:latin typeface="Calibri"/>
                <a:ea typeface="Calibri"/>
                <a:cs typeface="Calibri"/>
              </a:defRPr>
            </a:lvl3pPr>
            <a:lvl4pPr>
              <a:defRPr sz="3225" b="1">
                <a:solidFill>
                  <a:srgbClr val="153C4D"/>
                </a:solidFill>
                <a:latin typeface="Calibri"/>
                <a:ea typeface="Calibri"/>
                <a:cs typeface="Calibri"/>
              </a:defRPr>
            </a:lvl4pPr>
            <a:lvl5pPr>
              <a:defRPr sz="3225" b="1">
                <a:solidFill>
                  <a:srgbClr val="153C4D"/>
                </a:solidFill>
                <a:latin typeface="Calibri"/>
                <a:ea typeface="Calibri"/>
                <a:cs typeface="Calibri"/>
              </a:defRPr>
            </a:lvl5pPr>
            <a:lvl6pPr>
              <a:defRPr sz="3225" b="1">
                <a:solidFill>
                  <a:srgbClr val="153C4D"/>
                </a:solidFill>
                <a:latin typeface="Calibri"/>
                <a:ea typeface="Calibri"/>
                <a:cs typeface="Calibri"/>
              </a:defRPr>
            </a:lvl6pPr>
            <a:lvl7pPr>
              <a:defRPr sz="3225" b="1">
                <a:solidFill>
                  <a:srgbClr val="153C4D"/>
                </a:solidFill>
                <a:latin typeface="Calibri"/>
                <a:ea typeface="Calibri"/>
                <a:cs typeface="Calibri"/>
              </a:defRPr>
            </a:lvl7pPr>
            <a:lvl8pPr>
              <a:defRPr sz="3225" b="1">
                <a:solidFill>
                  <a:srgbClr val="153C4D"/>
                </a:solidFill>
                <a:latin typeface="Calibri"/>
                <a:ea typeface="Calibri"/>
                <a:cs typeface="Calibri"/>
              </a:defRPr>
            </a:lvl8pPr>
            <a:lvl9pPr>
              <a:defRPr sz="3225" b="1">
                <a:solidFill>
                  <a:srgbClr val="153C4D"/>
                </a:solidFill>
                <a:latin typeface="Calibri"/>
                <a:ea typeface="Calibri"/>
                <a:cs typeface="Calibri"/>
              </a:defRPr>
            </a:lvl9pPr>
          </a:lstStyle>
          <a:p xmlns:a="http://schemas.openxmlformats.org/drawingml/2006/main">
            <a:pPr>
              <a:defRPr sz="3225" b="1">
                <a:solidFill>
                  <a:srgbClr val="153C4D"/>
                </a:solidFill>
                <a:latin typeface="Calibri"/>
                <a:ea typeface="Calibri"/>
                <a:cs typeface="Calibri"/>
              </a:defRPr>
            </a:pPr>
            <a:r>
              <a:rPr sz="3225" b="1">
                <a:solidFill>
                  <a:srgbClr val="153C4D"/>
                </a:solidFill>
                <a:latin typeface="Calibri"/>
                <a:ea typeface="Calibri"/>
                <a:cs typeface="Calibri"/>
              </a:rPr>
              <a:t>Snowflake demonstration</a:t>
            </a:r>
          </a:p>
        </p:txBody>
      </p:sp>
      <p:sp>
        <p:nvSpPr>
          <p:cNvPr id="2" name="">
            <a:extLst xmlns:a="http://schemas.openxmlformats.org/drawingml/2006/main">
              <a:ext uri="{FF2B5EF4-FFF2-40B4-BE49-F238E27FC236}">
                <a16:creationId xmlns:a16="http://schemas.microsoft.com/office/drawing/2014/main" id="{51992E19-C31D-45A0-A1B3-189EE0C32EC4}"/>
              </a:ext>
            </a:extLst>
          </p:cNvPr>
          <p:cNvSpPr>
            <a:spLocks xmlns:a="http://schemas.openxmlformats.org/drawingml/2006/main" noGrp="1"/>
          </p:cNvSpPr>
          <p:nvPr/>
        </p:nvSpPr>
        <p:spPr>
          <a:xfrm xmlns:a="http://schemas.openxmlformats.org/drawingml/2006/main">
            <a:off x="609600" y="1323975"/>
            <a:ext cx="109728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0">
                <a:solidFill>
                  <a:srgbClr val="465866"/>
                </a:solidFill>
                <a:latin typeface="Calibri"/>
                <a:ea typeface="Calibri"/>
                <a:cs typeface="Calibri"/>
              </a:defRPr>
            </a:defPPr>
            <a:lvl1pPr>
              <a:defRPr sz="1725" b="0">
                <a:solidFill>
                  <a:srgbClr val="465866"/>
                </a:solidFill>
                <a:latin typeface="Calibri"/>
                <a:ea typeface="Calibri"/>
                <a:cs typeface="Calibri"/>
              </a:defRPr>
            </a:lvl1pPr>
            <a:lvl2pPr>
              <a:defRPr sz="1725" b="0">
                <a:solidFill>
                  <a:srgbClr val="465866"/>
                </a:solidFill>
                <a:latin typeface="Calibri"/>
                <a:ea typeface="Calibri"/>
                <a:cs typeface="Calibri"/>
              </a:defRPr>
            </a:lvl2pPr>
            <a:lvl3pPr>
              <a:defRPr sz="1725" b="0">
                <a:solidFill>
                  <a:srgbClr val="465866"/>
                </a:solidFill>
                <a:latin typeface="Calibri"/>
                <a:ea typeface="Calibri"/>
                <a:cs typeface="Calibri"/>
              </a:defRPr>
            </a:lvl3pPr>
            <a:lvl4pPr>
              <a:defRPr sz="1725" b="0">
                <a:solidFill>
                  <a:srgbClr val="465866"/>
                </a:solidFill>
                <a:latin typeface="Calibri"/>
                <a:ea typeface="Calibri"/>
                <a:cs typeface="Calibri"/>
              </a:defRPr>
            </a:lvl4pPr>
            <a:lvl5pPr>
              <a:defRPr sz="1725" b="0">
                <a:solidFill>
                  <a:srgbClr val="465866"/>
                </a:solidFill>
                <a:latin typeface="Calibri"/>
                <a:ea typeface="Calibri"/>
                <a:cs typeface="Calibri"/>
              </a:defRPr>
            </a:lvl5pPr>
            <a:lvl6pPr>
              <a:defRPr sz="1725" b="0">
                <a:solidFill>
                  <a:srgbClr val="465866"/>
                </a:solidFill>
                <a:latin typeface="Calibri"/>
                <a:ea typeface="Calibri"/>
                <a:cs typeface="Calibri"/>
              </a:defRPr>
            </a:lvl6pPr>
            <a:lvl7pPr>
              <a:defRPr sz="1725" b="0">
                <a:solidFill>
                  <a:srgbClr val="465866"/>
                </a:solidFill>
                <a:latin typeface="Calibri"/>
                <a:ea typeface="Calibri"/>
                <a:cs typeface="Calibri"/>
              </a:defRPr>
            </a:lvl7pPr>
            <a:lvl8pPr>
              <a:defRPr sz="1725" b="0">
                <a:solidFill>
                  <a:srgbClr val="465866"/>
                </a:solidFill>
                <a:latin typeface="Calibri"/>
                <a:ea typeface="Calibri"/>
                <a:cs typeface="Calibri"/>
              </a:defRPr>
            </a:lvl8pPr>
            <a:lvl9pPr>
              <a:defRPr sz="1725" b="0">
                <a:solidFill>
                  <a:srgbClr val="465866"/>
                </a:solidFill>
                <a:latin typeface="Calibri"/>
                <a:ea typeface="Calibri"/>
                <a:cs typeface="Calibri"/>
              </a:defRPr>
            </a:lvl9pPr>
          </a:lstStyle>
          <a:p xmlns:a="http://schemas.openxmlformats.org/drawingml/2006/main">
            <a:pPr>
              <a:defRPr sz="1725" b="0">
                <a:solidFill>
                  <a:srgbClr val="465866"/>
                </a:solidFill>
                <a:latin typeface="Calibri"/>
                <a:ea typeface="Calibri"/>
                <a:cs typeface="Calibri"/>
              </a:defRPr>
            </a:pPr>
            <a:r>
              <a:rPr sz="1725" b="0">
                <a:solidFill>
                  <a:srgbClr val="465866"/>
                </a:solidFill>
                <a:latin typeface="Calibri"/>
                <a:ea typeface="Calibri"/>
                <a:cs typeface="Calibri"/>
              </a:rPr>
              <a:t>Run from the project folder after setting account variables</a:t>
            </a:r>
          </a:p>
        </p:txBody>
      </p:sp>
      <p:sp>
        <p:nvSpPr>
          <p:cNvPr id="3" name="">
            <a:extLst xmlns:a="http://schemas.openxmlformats.org/drawingml/2006/main">
              <a:ext uri="{FF2B5EF4-FFF2-40B4-BE49-F238E27FC236}">
                <a16:creationId xmlns:a16="http://schemas.microsoft.com/office/drawing/2014/main" id="{26DBAF44-EBA1-424B-B490-B171241658F5}"/>
              </a:ext>
            </a:extLst>
          </p:cNvPr>
          <p:cNvSpPr>
            <a:spLocks xmlns:a="http://schemas.openxmlformats.org/drawingml/2006/main" noGrp="1"/>
          </p:cNvSpPr>
          <p:nvPr/>
        </p:nvSpPr>
        <p:spPr>
          <a:xfrm xmlns:a="http://schemas.openxmlformats.org/drawingml/2006/main">
            <a:off x="609600" y="6400800"/>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465866"/>
                </a:solidFill>
                <a:latin typeface="Calibri"/>
                <a:ea typeface="Calibri"/>
                <a:cs typeface="Calibri"/>
              </a:defRPr>
            </a:defPPr>
            <a:lvl1pPr>
              <a:defRPr sz="1125" b="0">
                <a:solidFill>
                  <a:srgbClr val="465866"/>
                </a:solidFill>
                <a:latin typeface="Calibri"/>
                <a:ea typeface="Calibri"/>
                <a:cs typeface="Calibri"/>
              </a:defRPr>
            </a:lvl1pPr>
            <a:lvl2pPr>
              <a:defRPr sz="1125" b="0">
                <a:solidFill>
                  <a:srgbClr val="465866"/>
                </a:solidFill>
                <a:latin typeface="Calibri"/>
                <a:ea typeface="Calibri"/>
                <a:cs typeface="Calibri"/>
              </a:defRPr>
            </a:lvl2pPr>
            <a:lvl3pPr>
              <a:defRPr sz="1125" b="0">
                <a:solidFill>
                  <a:srgbClr val="465866"/>
                </a:solidFill>
                <a:latin typeface="Calibri"/>
                <a:ea typeface="Calibri"/>
                <a:cs typeface="Calibri"/>
              </a:defRPr>
            </a:lvl3pPr>
            <a:lvl4pPr>
              <a:defRPr sz="1125" b="0">
                <a:solidFill>
                  <a:srgbClr val="465866"/>
                </a:solidFill>
                <a:latin typeface="Calibri"/>
                <a:ea typeface="Calibri"/>
                <a:cs typeface="Calibri"/>
              </a:defRPr>
            </a:lvl4pPr>
            <a:lvl5pPr>
              <a:defRPr sz="1125" b="0">
                <a:solidFill>
                  <a:srgbClr val="465866"/>
                </a:solidFill>
                <a:latin typeface="Calibri"/>
                <a:ea typeface="Calibri"/>
                <a:cs typeface="Calibri"/>
              </a:defRPr>
            </a:lvl5pPr>
            <a:lvl6pPr>
              <a:defRPr sz="1125" b="0">
                <a:solidFill>
                  <a:srgbClr val="465866"/>
                </a:solidFill>
                <a:latin typeface="Calibri"/>
                <a:ea typeface="Calibri"/>
                <a:cs typeface="Calibri"/>
              </a:defRPr>
            </a:lvl6pPr>
            <a:lvl7pPr>
              <a:defRPr sz="1125" b="0">
                <a:solidFill>
                  <a:srgbClr val="465866"/>
                </a:solidFill>
                <a:latin typeface="Calibri"/>
                <a:ea typeface="Calibri"/>
                <a:cs typeface="Calibri"/>
              </a:defRPr>
            </a:lvl7pPr>
            <a:lvl8pPr>
              <a:defRPr sz="1125" b="0">
                <a:solidFill>
                  <a:srgbClr val="465866"/>
                </a:solidFill>
                <a:latin typeface="Calibri"/>
                <a:ea typeface="Calibri"/>
                <a:cs typeface="Calibri"/>
              </a:defRPr>
            </a:lvl8pPr>
            <a:lvl9pPr>
              <a:defRPr sz="1125" b="0">
                <a:solidFill>
                  <a:srgbClr val="465866"/>
                </a:solidFill>
                <a:latin typeface="Calibri"/>
                <a:ea typeface="Calibri"/>
                <a:cs typeface="Calibri"/>
              </a:defRPr>
            </a:lvl9pPr>
          </a:lstStyle>
          <a:p xmlns:a="http://schemas.openxmlformats.org/drawingml/2006/main">
            <a:pPr>
              <a:defRPr sz="1125" b="0">
                <a:solidFill>
                  <a:srgbClr val="465866"/>
                </a:solidFill>
                <a:latin typeface="Calibri"/>
                <a:ea typeface="Calibri"/>
                <a:cs typeface="Calibri"/>
              </a:defRPr>
            </a:pPr>
            <a:r>
              <a:rPr sz="1125" b="0">
                <a:solidFill>
                  <a:srgbClr val="465866"/>
                </a:solidFill>
                <a:latin typeface="Calibri"/>
                <a:ea typeface="Calibri"/>
                <a:cs typeface="Calibri"/>
              </a:rPr>
              <a:t>SAROJ BHANDARI   /   BIRD STRIKES ASSESSMENT</a:t>
            </a:r>
          </a:p>
        </p:txBody>
      </p:sp>
      <p:sp>
        <p:nvSpPr>
          <p:cNvPr id="4" name="">
            <a:extLst xmlns:a="http://schemas.openxmlformats.org/drawingml/2006/main">
              <a:ext uri="{FF2B5EF4-FFF2-40B4-BE49-F238E27FC236}">
                <a16:creationId xmlns:a16="http://schemas.microsoft.com/office/drawing/2014/main" id="{FE3CFFFF-B869-4D78-96DE-1D139EB80E7C}"/>
              </a:ext>
            </a:extLst>
          </p:cNvPr>
          <p:cNvSpPr>
            <a:spLocks xmlns:a="http://schemas.openxmlformats.org/drawingml/2006/main" noGrp="1"/>
          </p:cNvSpPr>
          <p:nvPr/>
        </p:nvSpPr>
        <p:spPr>
          <a:xfrm xmlns:a="http://schemas.openxmlformats.org/drawingml/2006/main">
            <a:off x="11334750" y="64008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0">
                <a:solidFill>
                  <a:srgbClr val="465866"/>
                </a:solidFill>
                <a:latin typeface="Calibri"/>
                <a:ea typeface="Calibri"/>
                <a:cs typeface="Calibri"/>
              </a:defRPr>
            </a:defPPr>
            <a:lvl1pPr>
              <a:defRPr sz="1125" b="0">
                <a:solidFill>
                  <a:srgbClr val="465866"/>
                </a:solidFill>
                <a:latin typeface="Calibri"/>
                <a:ea typeface="Calibri"/>
                <a:cs typeface="Calibri"/>
              </a:defRPr>
            </a:lvl1pPr>
            <a:lvl2pPr>
              <a:defRPr sz="1125" b="0">
                <a:solidFill>
                  <a:srgbClr val="465866"/>
                </a:solidFill>
                <a:latin typeface="Calibri"/>
                <a:ea typeface="Calibri"/>
                <a:cs typeface="Calibri"/>
              </a:defRPr>
            </a:lvl2pPr>
            <a:lvl3pPr>
              <a:defRPr sz="1125" b="0">
                <a:solidFill>
                  <a:srgbClr val="465866"/>
                </a:solidFill>
                <a:latin typeface="Calibri"/>
                <a:ea typeface="Calibri"/>
                <a:cs typeface="Calibri"/>
              </a:defRPr>
            </a:lvl3pPr>
            <a:lvl4pPr>
              <a:defRPr sz="1125" b="0">
                <a:solidFill>
                  <a:srgbClr val="465866"/>
                </a:solidFill>
                <a:latin typeface="Calibri"/>
                <a:ea typeface="Calibri"/>
                <a:cs typeface="Calibri"/>
              </a:defRPr>
            </a:lvl4pPr>
            <a:lvl5pPr>
              <a:defRPr sz="1125" b="0">
                <a:solidFill>
                  <a:srgbClr val="465866"/>
                </a:solidFill>
                <a:latin typeface="Calibri"/>
                <a:ea typeface="Calibri"/>
                <a:cs typeface="Calibri"/>
              </a:defRPr>
            </a:lvl5pPr>
            <a:lvl6pPr>
              <a:defRPr sz="1125" b="0">
                <a:solidFill>
                  <a:srgbClr val="465866"/>
                </a:solidFill>
                <a:latin typeface="Calibri"/>
                <a:ea typeface="Calibri"/>
                <a:cs typeface="Calibri"/>
              </a:defRPr>
            </a:lvl6pPr>
            <a:lvl7pPr>
              <a:defRPr sz="1125" b="0">
                <a:solidFill>
                  <a:srgbClr val="465866"/>
                </a:solidFill>
                <a:latin typeface="Calibri"/>
                <a:ea typeface="Calibri"/>
                <a:cs typeface="Calibri"/>
              </a:defRPr>
            </a:lvl7pPr>
            <a:lvl8pPr>
              <a:defRPr sz="1125" b="0">
                <a:solidFill>
                  <a:srgbClr val="465866"/>
                </a:solidFill>
                <a:latin typeface="Calibri"/>
                <a:ea typeface="Calibri"/>
                <a:cs typeface="Calibri"/>
              </a:defRPr>
            </a:lvl8pPr>
            <a:lvl9pPr>
              <a:defRPr sz="1125" b="0">
                <a:solidFill>
                  <a:srgbClr val="465866"/>
                </a:solidFill>
                <a:latin typeface="Calibri"/>
                <a:ea typeface="Calibri"/>
                <a:cs typeface="Calibri"/>
              </a:defRPr>
            </a:lvl9pPr>
          </a:lstStyle>
          <a:p xmlns:a="http://schemas.openxmlformats.org/drawingml/2006/main">
            <a:pPr>
              <a:defRPr sz="1125" b="0">
                <a:solidFill>
                  <a:srgbClr val="465866"/>
                </a:solidFill>
                <a:latin typeface="Calibri"/>
                <a:ea typeface="Calibri"/>
                <a:cs typeface="Calibri"/>
              </a:defRPr>
            </a:pPr>
            <a:r>
              <a:rPr sz="1125" b="0">
                <a:solidFill>
                  <a:srgbClr val="465866"/>
                </a:solidFill>
                <a:latin typeface="Calibri"/>
                <a:ea typeface="Calibri"/>
                <a:cs typeface="Calibri"/>
              </a:rPr>
              <a:t>12</a:t>
            </a:r>
          </a:p>
        </p:txBody>
      </p:sp>
      <p:sp>
        <p:nvSpPr>
          <p:cNvPr id="5" name="">
            <a:extLst xmlns:a="http://schemas.openxmlformats.org/drawingml/2006/main">
              <a:ext uri="{FF2B5EF4-FFF2-40B4-BE49-F238E27FC236}">
                <a16:creationId xmlns:a16="http://schemas.microsoft.com/office/drawing/2014/main" id="{5D29A2B6-BF78-49E4-814C-ACEDAF76C353}"/>
              </a:ext>
            </a:extLst>
          </p:cNvPr>
          <p:cNvSpPr>
            <a:spLocks xmlns:a="http://schemas.openxmlformats.org/drawingml/2006/main" noGrp="1"/>
          </p:cNvSpPr>
          <p:nvPr/>
        </p:nvSpPr>
        <p:spPr>
          <a:xfrm xmlns:a="http://schemas.openxmlformats.org/drawingml/2006/main">
            <a:off x="723900" y="2190750"/>
            <a:ext cx="10763250" cy="2571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75" b="0">
                <a:solidFill>
                  <a:srgbClr val="153C4D"/>
                </a:solidFill>
                <a:latin typeface="Calibri"/>
                <a:ea typeface="Calibri"/>
                <a:cs typeface="Calibri"/>
              </a:defRPr>
            </a:defPPr>
            <a:lvl1pPr>
              <a:defRPr sz="2175" b="0">
                <a:solidFill>
                  <a:srgbClr val="153C4D"/>
                </a:solidFill>
                <a:latin typeface="Calibri"/>
                <a:ea typeface="Calibri"/>
                <a:cs typeface="Calibri"/>
              </a:defRPr>
            </a:lvl1pPr>
            <a:lvl2pPr>
              <a:defRPr sz="2175" b="0">
                <a:solidFill>
                  <a:srgbClr val="153C4D"/>
                </a:solidFill>
                <a:latin typeface="Calibri"/>
                <a:ea typeface="Calibri"/>
                <a:cs typeface="Calibri"/>
              </a:defRPr>
            </a:lvl2pPr>
            <a:lvl3pPr>
              <a:defRPr sz="2175" b="0">
                <a:solidFill>
                  <a:srgbClr val="153C4D"/>
                </a:solidFill>
                <a:latin typeface="Calibri"/>
                <a:ea typeface="Calibri"/>
                <a:cs typeface="Calibri"/>
              </a:defRPr>
            </a:lvl3pPr>
            <a:lvl4pPr>
              <a:defRPr sz="2175" b="0">
                <a:solidFill>
                  <a:srgbClr val="153C4D"/>
                </a:solidFill>
                <a:latin typeface="Calibri"/>
                <a:ea typeface="Calibri"/>
                <a:cs typeface="Calibri"/>
              </a:defRPr>
            </a:lvl4pPr>
            <a:lvl5pPr>
              <a:defRPr sz="2175" b="0">
                <a:solidFill>
                  <a:srgbClr val="153C4D"/>
                </a:solidFill>
                <a:latin typeface="Calibri"/>
                <a:ea typeface="Calibri"/>
                <a:cs typeface="Calibri"/>
              </a:defRPr>
            </a:lvl5pPr>
            <a:lvl6pPr>
              <a:defRPr sz="2175" b="0">
                <a:solidFill>
                  <a:srgbClr val="153C4D"/>
                </a:solidFill>
                <a:latin typeface="Calibri"/>
                <a:ea typeface="Calibri"/>
                <a:cs typeface="Calibri"/>
              </a:defRPr>
            </a:lvl6pPr>
            <a:lvl7pPr>
              <a:defRPr sz="2175" b="0">
                <a:solidFill>
                  <a:srgbClr val="153C4D"/>
                </a:solidFill>
                <a:latin typeface="Calibri"/>
                <a:ea typeface="Calibri"/>
                <a:cs typeface="Calibri"/>
              </a:defRPr>
            </a:lvl7pPr>
            <a:lvl8pPr>
              <a:defRPr sz="2175" b="0">
                <a:solidFill>
                  <a:srgbClr val="153C4D"/>
                </a:solidFill>
                <a:latin typeface="Calibri"/>
                <a:ea typeface="Calibri"/>
                <a:cs typeface="Calibri"/>
              </a:defRPr>
            </a:lvl8pPr>
            <a:lvl9pPr>
              <a:defRPr sz="2175" b="0">
                <a:solidFill>
                  <a:srgbClr val="153C4D"/>
                </a:solidFill>
                <a:latin typeface="Calibri"/>
                <a:ea typeface="Calibri"/>
                <a:cs typeface="Calibri"/>
              </a:defRPr>
            </a:lvl9pPr>
          </a:lstStyle>
          <a:p xmlns:a="http://schemas.openxmlformats.org/drawingml/2006/main">
            <a:pPr>
              <a:defRPr sz="2175" b="0">
                <a:solidFill>
                  <a:srgbClr val="153C4D"/>
                </a:solidFill>
                <a:latin typeface="Calibri"/>
                <a:ea typeface="Calibri"/>
                <a:cs typeface="Calibri"/>
              </a:defRPr>
            </a:pPr>
            <a:r>
              <a:rPr sz="2175" b="0">
                <a:solidFill>
                  <a:srgbClr val="153C4D"/>
                </a:solidFill>
                <a:latin typeface="Calibri"/>
                <a:ea typeface="Calibri"/>
                <a:cs typeface="Calibri"/>
              </a:rPr>
              <a:t>python snowflake_pipeline.py --bootstrap</a:t>
            </a:r>
          </a:p>
          <a:p xmlns:a="http://schemas.openxmlformats.org/drawingml/2006/main">
            <a:r>
              <a:t/>
            </a:r>
          </a:p>
          <a:p xmlns:a="http://schemas.openxmlformats.org/drawingml/2006/main">
            <a:pPr>
              <a:defRPr sz="2175" b="0">
                <a:solidFill>
                  <a:srgbClr val="153C4D"/>
                </a:solidFill>
                <a:latin typeface="Calibri"/>
                <a:ea typeface="Calibri"/>
                <a:cs typeface="Calibri"/>
              </a:defRPr>
            </a:pPr>
            <a:r>
              <a:rPr sz="2175" b="0">
                <a:solidFill>
                  <a:srgbClr val="153C4D"/>
                </a:solidFill>
                <a:latin typeface="Calibri"/>
                <a:ea typeface="Calibri"/>
                <a:cs typeface="Calibri"/>
              </a:rPr>
              <a:t>python scripts/build_snowflake.py --publish</a:t>
            </a:r>
          </a:p>
          <a:p xmlns:a="http://schemas.openxmlformats.org/drawingml/2006/main">
            <a:r>
              <a:t/>
            </a:r>
          </a:p>
          <a:p xmlns:a="http://schemas.openxmlformats.org/drawingml/2006/main">
            <a:pPr>
              <a:defRPr sz="2175" b="0">
                <a:solidFill>
                  <a:srgbClr val="153C4D"/>
                </a:solidFill>
                <a:latin typeface="Calibri"/>
                <a:ea typeface="Calibri"/>
                <a:cs typeface="Calibri"/>
              </a:defRPr>
            </a:pPr>
            <a:r>
              <a:rPr sz="2175" b="0">
                <a:solidFill>
                  <a:srgbClr val="153C4D"/>
                </a:solidFill>
                <a:latin typeface="Calibri"/>
                <a:ea typeface="Calibri"/>
                <a:cs typeface="Calibri"/>
              </a:rPr>
              <a:t>python scripts/verify_snowflake.py</a:t>
            </a:r>
          </a:p>
        </p:txBody>
      </p:sp>
      <p:sp>
        <p:nvSpPr>
          <p:cNvPr id="6" name="">
            <a:extLst xmlns:a="http://schemas.openxmlformats.org/drawingml/2006/main">
              <a:ext uri="{FF2B5EF4-FFF2-40B4-BE49-F238E27FC236}">
                <a16:creationId xmlns:a16="http://schemas.microsoft.com/office/drawing/2014/main" id="{210BF9A6-F965-4DE7-9C98-DB5729D297C7}"/>
              </a:ext>
            </a:extLst>
          </p:cNvPr>
          <p:cNvSpPr>
            <a:spLocks xmlns:a="http://schemas.openxmlformats.org/drawingml/2006/main" noGrp="1"/>
          </p:cNvSpPr>
          <p:nvPr/>
        </p:nvSpPr>
        <p:spPr>
          <a:xfrm xmlns:a="http://schemas.openxmlformats.org/drawingml/2006/main">
            <a:off x="723900" y="5143500"/>
            <a:ext cx="105727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0">
                <a:solidFill>
                  <a:srgbClr val="465866"/>
                </a:solidFill>
                <a:latin typeface="Calibri"/>
                <a:ea typeface="Calibri"/>
                <a:cs typeface="Calibri"/>
              </a:defRPr>
            </a:defPPr>
            <a:lvl1pPr>
              <a:defRPr sz="2100" b="0">
                <a:solidFill>
                  <a:srgbClr val="465866"/>
                </a:solidFill>
                <a:latin typeface="Calibri"/>
                <a:ea typeface="Calibri"/>
                <a:cs typeface="Calibri"/>
              </a:defRPr>
            </a:lvl1pPr>
            <a:lvl2pPr>
              <a:defRPr sz="2100" b="0">
                <a:solidFill>
                  <a:srgbClr val="465866"/>
                </a:solidFill>
                <a:latin typeface="Calibri"/>
                <a:ea typeface="Calibri"/>
                <a:cs typeface="Calibri"/>
              </a:defRPr>
            </a:lvl2pPr>
            <a:lvl3pPr>
              <a:defRPr sz="2100" b="0">
                <a:solidFill>
                  <a:srgbClr val="465866"/>
                </a:solidFill>
                <a:latin typeface="Calibri"/>
                <a:ea typeface="Calibri"/>
                <a:cs typeface="Calibri"/>
              </a:defRPr>
            </a:lvl3pPr>
            <a:lvl4pPr>
              <a:defRPr sz="2100" b="0">
                <a:solidFill>
                  <a:srgbClr val="465866"/>
                </a:solidFill>
                <a:latin typeface="Calibri"/>
                <a:ea typeface="Calibri"/>
                <a:cs typeface="Calibri"/>
              </a:defRPr>
            </a:lvl4pPr>
            <a:lvl5pPr>
              <a:defRPr sz="2100" b="0">
                <a:solidFill>
                  <a:srgbClr val="465866"/>
                </a:solidFill>
                <a:latin typeface="Calibri"/>
                <a:ea typeface="Calibri"/>
                <a:cs typeface="Calibri"/>
              </a:defRPr>
            </a:lvl5pPr>
            <a:lvl6pPr>
              <a:defRPr sz="2100" b="0">
                <a:solidFill>
                  <a:srgbClr val="465866"/>
                </a:solidFill>
                <a:latin typeface="Calibri"/>
                <a:ea typeface="Calibri"/>
                <a:cs typeface="Calibri"/>
              </a:defRPr>
            </a:lvl6pPr>
            <a:lvl7pPr>
              <a:defRPr sz="2100" b="0">
                <a:solidFill>
                  <a:srgbClr val="465866"/>
                </a:solidFill>
                <a:latin typeface="Calibri"/>
                <a:ea typeface="Calibri"/>
                <a:cs typeface="Calibri"/>
              </a:defRPr>
            </a:lvl7pPr>
            <a:lvl8pPr>
              <a:defRPr sz="2100" b="0">
                <a:solidFill>
                  <a:srgbClr val="465866"/>
                </a:solidFill>
                <a:latin typeface="Calibri"/>
                <a:ea typeface="Calibri"/>
                <a:cs typeface="Calibri"/>
              </a:defRPr>
            </a:lvl8pPr>
            <a:lvl9pPr>
              <a:defRPr sz="2100" b="0">
                <a:solidFill>
                  <a:srgbClr val="465866"/>
                </a:solidFill>
                <a:latin typeface="Calibri"/>
                <a:ea typeface="Calibri"/>
                <a:cs typeface="Calibri"/>
              </a:defRPr>
            </a:lvl9pPr>
          </a:lstStyle>
          <a:p xmlns:a="http://schemas.openxmlformats.org/drawingml/2006/main">
            <a:pPr>
              <a:defRPr sz="2100" b="0">
                <a:solidFill>
                  <a:srgbClr val="465866"/>
                </a:solidFill>
                <a:latin typeface="Calibri"/>
                <a:ea typeface="Calibri"/>
                <a:cs typeface="Calibri"/>
              </a:defRPr>
            </a:pPr>
            <a:r>
              <a:rPr sz="2100" b="0">
                <a:solidFill>
                  <a:srgbClr val="465866"/>
                </a:solidFill>
                <a:latin typeface="Calibri"/>
                <a:ea typeface="Calibri"/>
                <a:cs typeface="Calibri"/>
              </a:rPr>
              <a:t>Expected: 25,518 incidents, five committed batches and 40 weekly deletes.</a:t>
            </a:r>
          </a:p>
        </p:txBody>
      </p:sp>
    </p:spTree>
    <p:extLst>
      <p:ext uri="{BB962C8B-B14F-4D97-AF65-F5344CB8AC3E}">
        <p14:creationId xmlns:p14="http://schemas.microsoft.com/office/powerpoint/2010/main" val="1721579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2026-10-26T04:04:25.3780000Z</dcterms:created>
  <dcterms:modified xsi:type="dcterms:W3CDTF">2026-10-26T04:04:25.3780000Z</dcterms:modified>
</coreProperties>
</file>